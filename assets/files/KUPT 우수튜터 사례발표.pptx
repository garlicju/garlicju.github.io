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4.4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49,'14'-1,"1"-1,0 0,-1-2,1 1,15-8,32-7,-60 18,9-3,0 1,-1 1,1 0,0 0,11 2,-20-1,0 0,0 0,0 1,0-1,0 1,0-1,0 1,0 0,0 0,0 0,0 0,0 0,-1 0,1 0,0 1,-1-1,1 1,-1-1,1 1,-1-1,0 1,0 0,0 0,0 0,0-1,0 1,0 0,-1 0,1 0,-1 0,1 1,-1 3,0 0,0 1,-1-1,0 0,0 1,-1-1,1 0,-1 1,-1-1,1 0,-6 8,-6 11,-17 22,27-42,-27 46,20-30,9-17,3-6,5-7,0-2,0 1,1 0,13-15,-19 23,0 1,1-1,-1 1,1 0,-1-1,1 1,0 0,-1 0,1 0,0 0,0 0,0 0,-1 1,1-1,0 0,0 1,0 0,0-1,0 1,0 0,0 0,0 0,0 1,1-1,-2 0,1 1,0-1,0 1,2 0,3 4,0-1,0 1,10 10,4 2,-6-6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4.8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75,'0'5,"4"-4,7-1,5-1,0-5,2-1,2 0,2 2,-2-4,0 1,0 1,2-2,1 0,2 2,-4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5.2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1,'1'1,"1"0,-1 0,1-1,-1 1,1 0,-1-1,1 1,0-1,0 1,-1-1,1 0,0 0,0 0,1 0,31-2,-18 0,-5 1,1 1,-1 0,1 0,-1 2,20 3,-28-4,-1-1,0 1,0 0,0 0,0 0,0 0,0 0,0 0,-1 1,1-1,0 1,-1-1,1 1,-1-1,1 1,-1 0,0 0,0 0,0 0,0 0,0 0,0 0,0 0,-1 0,1 0,-1 0,1 1,-1-1,0 0,0 0,0 1,0-1,0 0,-1 0,1 0,-1 1,0 1,-1 2,-1 1,0-1,0 0,0 0,0-1,-1 1,0-1,0 1,-1-1,1 0,-1-1,0 1,-7 3,9-5,-1 0,0-1,0 0,-1 0,1 0,0 0,-1-1,-8 3,10-4,0 0,1 0,-1 0,1 0,-1 0,1 0,-1-1,1 1,-1-1,1 0,-1 1,1-1,0-1,-1 1,1 0,0 0,-2-2,2 1,0 1,1-1,-1 0,1 1,-1-1,1 0,0 0,0 0,-1 0,1 0,1 0,-1 0,0 0,1 0,-1-1,1 1,-1 0,1 0,0-5,1-1,0 0,0 0,0 0,4-9,-5 16,6-18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5.67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67,'0'199,"0"-227,-1 10,1-1,1 0,1 1,5-26,-6 39,1-1,0 1,0-1,1 1,0 0,-1 0,2 0,-1 0,0 1,1-1,0 1,0 0,1 0,-1 0,1 1,-1-1,1 1,9-4,-3 2,-1 0,1 1,1 0,-1 0,0 2,1-1,17 0,-26 3,0-1,0 2,0-1,0 0,0 0,0 1,0 0,0-1,0 1,-1 0,1 1,0-1,-1 0,1 1,-1 0,1-1,-1 1,0 0,1 0,-1 0,0 0,0 1,-1-1,1 1,0-1,-1 1,0-1,1 1,-1 0,0 0,0 0,-1-1,1 1,0 4,1 6,-1 1,0-1,-1 0,0 0,-1 1,0-1,-1 0,-1 0,-5 17,1-12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6.0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 32,'-5'4,"4"2,5-1,8 0,5-2,0-5,2-3,2 0,2-4,1 0,1-4,-3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6.3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70,'4'-5,"7"-1,5-4,5 0,2 1,3-2,1 1,-4 1</inkml:trace>
  <inkml:trace contextRef="#ctx0" brushRef="#br0" timeOffset="1">53 173,'4'0,"7"0,5-4,5-6,3-2,-3-2,-4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6.7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 0,'5'5,"1"6,0 9,-2 7,0 2,-2 2,-6-1,-1-1,-1 0,1-2,1 0,2-1,1 1,-4-1,-1-5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8.5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29 46,'0'-2,"0"0,1 0,-1 0,1 0,0 1,-1-1,1 0,0 0,0 1,0-1,0 1,1-1,-1 1,0-1,1 1,-1 0,1-1,-1 1,1 0,-1 0,1 0,2-1,-1 1,0-1,0 1,0 0,0 0,0 0,0 0,1 1,-1-1,0 1,0 0,1 0,4 0,-4 1,0 0,-1 1,1-1,0 1,-1 0,1-1,-1 2,1-1,-1 0,0 1,0 0,0-1,0 1,-1 0,1 1,-1-1,0 0,1 1,-2-1,1 1,0 0,-1-1,2 8,-1-6,-1 0,-1 1,1-1,-1 0,1 0,-2 0,1 0,0 0,-1 1,0-1,0 0,-1 0,1 0,-1-1,0 1,-1 0,1-1,-4 6,3-6,-1 0,1 0,0-1,-1 0,0 1,0-1,0 0,0-1,0 1,-1-1,1 0,-1 0,1 0,-1-1,-5 2,7-3,1 0,-1 0,0 0,0 0,0 0,1 0,-1-1,0 1,1-1,-1 0,0 0,1 0,-1 0,1 0,-1 0,1-1,0 1,-1-1,1 0,0 0,0 0,0 0,1 0,-1 0,0 0,1-1,-1 1,-1-4,-6-16,3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9.58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 79,'10'-9,"0"-1,0 1,0 1,1 0,1 1,12-7,-20 12,-1 0,1 0,-1 1,1-1,-1 1,1 0,0 0,0 1,0-1,0 1,0-1,-1 1,1 1,0-1,0 0,0 1,0 0,-1 0,1 0,0 0,-1 1,1-1,-1 1,1 0,4 4,-5-3,0 0,0 1,-1-1,0 1,0-1,0 1,0 0,0 0,-1 0,1 0,-1 0,0 1,-1-1,1 0,-1 0,1 8,-1-3,-1 0,0 0,0 0,0 0,-1-1,-1 1,-3 9,3-12,0 0,-1 0,1 0,-1 0,-1-1,1 0,-1 0,0 0,0 0,0-1,0 0,-1 0,0-1,0 1,0-1,0 0,-11 3,13-5,0 0,0 0,0 0,0-1,0 0,0 0,0 0,0 0,0 0,1-1,-1 1,0-1,0 0,0-1,0 1,1 0,-1-1,1 0,-1 0,1 0,0-1,0 1,0-1,0 1,0-1,0 0,1 0,-1 0,1 0,0-1,-3-5,3 3,0-1,0 1,1-1,-1 0,1 0,1 1,0-1,0 0,0 0,0 0,1 0,0 1,3-8,0-10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09.9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10,'4'4,"7"2,5 4,4 1,4-3,2-6,0-3,2-2,-1 0,-4-5,-2 0,0 1,1-3,-3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0.31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288 1,'0'4,"0"6,0 6,-5 5,0 3,-1 2,2 1,1 0,1 0,1 0,0 0,1 0,0-1,1 0,-6 1,0-1,-1-4</inkml:trace>
  <inkml:trace contextRef="#ctx0" brushRef="#br0" timeOffset="1">53 498,'-1'1,"-1"-1,1 0,-1 1,1-1,-1 1,1 0,0 0,-1-1,1 1,0 0,0 0,-1 0,1 0,0 0,0 1,0-1,1 0,-1 0,-1 3,-13 28,12-25,1 1,0 0,0 0,1 0,0 0,0 0,1 0,0 0,0 0,1 0,2 11,-2-15,1 0,-1 0,1 1,0-1,0 0,0 0,0-1,1 1,-1 0,1-1,0 0,0 0,1 0,-1 0,0 0,1 0,0-1,0 0,0 1,0-2,8 4,-4-3,0 0,1 0,-1-1,1 0,0 0,-1-1,1 0,0-1,11-2,0-2,0 0,34-14,-34 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0.68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29 24,'1'-1,"-1"0,0 0,1 0,-1 0,0 0,1 0,-1 0,1 0,0 1,-1-1,1 0,0 0,-1 1,1-1,0 0,0 1,0-1,-1 0,1 1,0-1,0 1,0 0,0-1,0 1,0 0,2-1,28-3,-25 4,0 0,0 0,0 1,0 0,0 1,-1-1,1 1,0 0,-1 0,0 1,1 0,-1-1,0 2,0-1,-1 1,1 0,-1 0,0 0,0 0,4 6,-5-6,0 0,-1 0,0 1,0-1,0 1,0 0,0-1,-1 1,0 0,0 0,0 0,-1 0,0 0,0 0,0 0,0 0,-1 0,0 0,0-1,0 1,-1 0,1 0,-1-1,-3 6,1-4,0 1,-1-1,0 0,0 0,0-1,-1 1,0-1,0 0,0-1,0 0,-14 7,17-9,-1-1,1 1,-1-1,1 1,-1-1,1 0,-1-1,0 1,0-1,1 1,-1-1,0 0,0-1,1 1,-1 0,0-1,0 0,1 0,-1 0,1-1,-1 1,1-1,0 0,-1 0,1 0,-4-3,5 2,-1 0,1 0,0 0,0 0,0-1,0 1,0-1,1 1,0-1,0 0,0 1,0-1,0 0,1 0,-1 0,1 1,0-1,0 0,1 0,0-4,1-6,1 1,1-1,0 1,7-15,1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1.0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0,'4'5,"7"5,5 2,5-2,2-2,3-2,1-8,0-2,1-1,-6-5,-5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1.4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53 0,'-1'37,"-1"-1,-10 46,-15 79,22-127,1 0,2 54,2-66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3.9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97,'6'-6,"2"1,-1 1,0 0,1 0,0 0,13-3,-1-1,0-1,3-1,-1 1,1 1,39-9,-60 17,1-1,-1 1,1 0,-1 0,1 0,-1 0,1 0,-1 0,1 1,-1-1,0 1,1 0,-1 0,0-1,1 2,-1-1,0 0,0 0,4 4,-5-4,1 1,-1 0,0 0,0 0,0 0,0 0,0 0,0 1,-1-1,1 0,-1 0,1 1,-1-1,0 0,0 0,0 1,0-1,-1 0,1 1,0-1,-2 4,-5 13,0 1,-2-2,0 1,-1-1,-13 17,5-6,7-12,6-9,-1 1,2-1,-1 1,-5 16,10-25,0 0,0 0,0 0,0-1,0 1,0 0,0 0,0 0,0 0,0 0,0 0,0 0,0 0,0 0,1 0,-1 0,0 0,0 0,0 0,0 0,0 0,0 0,0 0,0 0,0 0,0 0,0 0,0 0,0 0,0 0,1 0,-1 0,0 0,0 0,0 0,0 0,0 0,0 0,0 0,0 0,0 0,0 0,0 0,0 0,0 0,0 0,0 1,0-1,0 0,0 0,0 0,0 0,1 0,-1 0,0 0,0 0,0 0,0 0,0 0,0 0,0 0,0 0,0 0,0 1,0-1,0 0,0 0,-1 0,10-6,7-8,-14 12,3-4,2-1,-1 1,1 0,0 1,10-7,-14 10,0 1,0 0,0 0,0 0,0 1,0-1,0 1,0-1,0 1,0 0,0 0,0 1,0-1,1 1,-1-1,0 1,-1 0,1 0,4 2,44 24,-28-12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4.3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1,'4'0,"2"4,0 6,-1 6,-2 5,-1 2,-1 3,0 1,-1 0,-5 0,-1 1,0-6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4.6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29 0,'0'5,"-5"0,-1 5,0 5,2 4,0 4,2 2,1 1,1 1,0 0,0 1,5-2,1 1,0-5</inkml:trace>
  <inkml:trace contextRef="#ctx0" brushRef="#br0" timeOffset="1">186 79,'0'-5,"5"-1,1 5,-1 7,0 7,-2 5,-1 5,-1 2,0 2,-1 1,0-1,-1-4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5.0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76,'-4'-5,"2"-5,7-2,6 2,7-2,3 1,4 2,-3 3</inkml:trace>
  <inkml:trace contextRef="#ctx0" brushRef="#br0" timeOffset="1">32 154,'-5'0,"0"5,3 1,8 0,7-6,6-3,3-1,-1-4,-4-1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5.5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53,'0'-4,"4"-2,7 0,5 2,5-4,2 0,3 2,1 1,0 1,-4 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5.8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 0,'-5'5,"4"1,5 0,8-2,5-5,5-3,2 0,3-1,-4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6.2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52 1,'6'0,"0"0,0 1,0-1,0 2,0-1,0 0,-1 1,1 0,-1 1,1-1,-1 1,8 5,-10-6,0 1,0-1,-1 1,1-1,-1 1,0 0,0 0,0 0,0 0,0 1,-1-1,1 0,-1 1,0-1,0 1,0-1,-1 1,1 0,-1-1,0 1,0 6,-1-5,0 1,-1-1,1 0,-1 1,0-1,-1 0,1 0,-1 0,0-1,0 1,-1-1,1 1,-1-1,0 0,0-1,-7 6,9-7,-1 0,1 0,-1 0,0-1,0 1,0-1,1 1,-1-1,-1 0,1 0,0 0,0-1,0 1,0-1,0 0,-1 0,1 0,0 0,0 0,-1-1,1 1,0-1,0 0,0 0,0 0,0 0,0-1,0 1,-3-4,4 4,0-1,0 0,0 0,1 0,-1 0,1-1,-1 1,1 0,0-1,0 1,0-1,0 1,0-1,1 1,-1-1,1 0,-1 1,1-1,0 0,0 1,1-1,-1 0,1-3,1-3,1 0,0 0,0 1,0-1,8-11,-1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6.5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46 0,'-1'15,"0"-1,-1 0,-5 17,-2 16,-3 10,8-45,1 0,0 0,1 1,1-1,0 0,1 21,0-33,0 1,0-1,0 1,0-1,1 1,-1-1,0 1,0-1,0 0,0 1,0-1,1 1,-1-1,0 1,0-1,1 0,-1 1,0-1,1 0,-1 1,0-1,1 0,-1 1,1-1,-1 0,0 0,1 1,-1-1,1 0,-1 0,1 0,-1 0,1 0,-1 1,0-1,1 0,-1 0,1 0,-1 0,1 0,-1-1,1 1,-1 0,1 0,-1 0,1 0,-1 0,1-1,-1 1,0 0,1-1,24-17,-21 14,10-7,-5 3,0 0,17-10,-7 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6.9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 0,'0'5,"0"5,-4 6,-2 5,1 3,0 2,2 1,1 0,1 1,5-1,2-5</inkml:trace>
  <inkml:trace contextRef="#ctx0" brushRef="#br0" timeOffset="1">210 0,'0'5,"0"5,0 6,0 5,0 3,0 2,0 1,0 0,-5-4,-1-2,1-4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7.2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48,'0'-5,"4"-1,6-4,6-1,4 2,0 3</inkml:trace>
  <inkml:trace contextRef="#ctx0" brushRef="#br0" timeOffset="1">26 125,'4'0,"7"0,5 0,4 0,4-4,-2-2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8.2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17,'17'-2,"32"-5,-36 5,-1 0,1 0,-1 1,1 0,22 3,-31-1,0-1,-1 1,1 1,-1-1,0 0,1 1,-1 0,0 0,0 0,0 0,0 0,0 0,-1 1,1 0,-1-1,0 1,1 0,-1 0,0 0,-1 0,1 1,-1-1,1 0,1 7,-2-7,0 0,0 1,0-1,0 0,-1 1,1-1,-1 1,0-1,0 1,0-1,-1 0,1 1,-1-1,0 1,0-1,0 0,0 0,0 1,-1-1,-2 5,0-4,0 0,0 0,0-1,0 1,-1-1,1 0,-1 0,0 0,0-1,0 0,0 0,-6 2,9-4,-13 5,1 1,-1 0,-25 14,38-19,-1 1,0 0,1-1,0 1,-1 0,1 0,0 0,0 1,0-1,0 0,0 1,0 0,1-1,-1 1,1 0,0 0,0-1,0 1,0 0,0 0,1 0,-1 0,1 1,0-1,0 0,1 6,-1-7,1-1,-1 1,1 0,-1-1,1 1,0-1,0 1,-1 0,1-1,0 0,1 1,-1-1,0 0,0 1,0-1,1 0,-1 0,1 0,1 1,0-1,1 1,-1-1,0 0,1 0,-1-1,1 1,-1-1,1 1,3-1,8-1,-1-1,1-1,22-6,-33 8,19-7,-5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8.6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 0,'0'5,"-5"0,-1 5,0 5,2 4,0 4,-2-3,-1 1,1-4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7:18.9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54,'33'-1,"63"-8,65-24,-138 29,32-1,-33 4</inkml:trace>
  <inkml:trace contextRef="#ctx0" brushRef="#br0" timeOffset="1">131 186,'-4'4,"-2"6,1 6,0 5,2 2,5-1,8-1,5-4,6-5,3-4,6-4,7-6,2-4,-1 0,-3 1,-7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28.4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59,'5'0,"5"0,6 0,5-5,2-1,3 0,1-2,1-1,-1-4,-4 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28.8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95,'5'-4,"5"-2,2-5,3 1,3 1,-1-2,1 0,1-1,3 0,-3 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29.1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 0,'7'0,"1"0,-1 0,1 0,0 1,-1 0,16 4,-21-4,1 0,-1 0,0 0,0 1,0-1,0 1,0-1,0 1,0 0,0 0,-1 0,1 0,-1 0,1 0,-1 0,0 0,0 1,0-1,0 0,0 1,-1-1,1 4,0-2,-1 0,1 0,-1 0,0-1,0 1,-1 0,1 0,-1 0,0 0,0 0,0 0,-1-1,1 1,-1-1,0 1,0-1,0 1,-4 4,4-6,0 0,1 0,-1-1,0 1,0-1,0 1,0-1,0 1,0-1,-1 0,1 0,0 0,0 0,-1-1,1 1,-1-1,1 1,-1-1,1 0,-1 0,1 0,0 0,-1 0,1 0,-1-1,1 0,-1 1,1-1,0 0,-4-2,3 2,1-1,0 1,0-1,0 0,0 0,0 0,0 0,0 0,1 0,-1-1,1 1,0 0,-1-1,1 1,0-1,1 1,-1-1,0 0,1 1,-1-1,1 0,0-5,1-15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29.5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22,'4'0,"7"0,5-5,4-1,4 0,-3 2</inkml:trace>
  <inkml:trace contextRef="#ctx0" brushRef="#br0" timeOffset="1">106 152,'5'0,"5"0,1-4,4-2,3 0,-1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29.8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1,'0'4,"4"6,2 6,-1 5,0 3,-2 1,-1 2,-1 0,-1 1,0-1,0 0,0-1,0 1,-5-1,-1-4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0.21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0,'0'5,"0"5,0 6,0 5,0 3,4 2,6-4,2 0,2-5,5-9,2-7,3-2,1-2,-3-5,-2-1,-3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0.5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88 1,'-1'3,"0"0,0 1,-1-1,1 0,-1 0,1 0,-1 0,0 0,-3 4,-8 12,-2 15,6-11,-24 40,58-120,-22 52,2-4,1 0,0 0,0 1,14-15,-19 22,0 0,1-1,-1 1,0 0,1 0,-1 0,1 1,-1-1,1 0,-1 1,1-1,-1 0,1 1,0 0,-1-1,1 1,0 0,-1 0,1 0,0 0,0 0,-1 0,1 1,0-1,-1 1,1-1,-1 1,1-1,0 1,-1 0,0 0,1 0,-1 0,1 0,-1 0,0 0,2 2,4 5,-1 0,0 0,0 1,8 16,4 8,-5-15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0.8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 1,'0'4,"5"2,1 4,0 5,-2 4,-1 4,0 2,-7 1,-2 1,1 0,-4 0,-1-5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1.2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24,'3'-2,"0"-1,0 1,1-1,-1 1,1 0,-1 1,1-1,0 0,0 1,0 0,0 0,0 0,0 1,0-1,0 1,5 0,-5 0,-1 0,1 0,-1 1,1-1,-1 1,0 0,1 0,-1 0,0 0,1 1,-1-1,0 1,0 0,0 0,-1 0,1 0,0 0,4 5,-6-5,1 1,-1-1,1 1,-1-1,0 1,0 0,0 0,-1-1,1 1,-1 0,1 0,-1 0,0-1,0 1,0 0,0 0,-1 0,1 0,-1-1,1 1,-1 0,0 0,0-1,-1 1,1-1,0 1,-1-1,-1 3,-4 3,0 1,0-2,-1 1,0-1,0 0,-10 6,15-12,1 1,-1 0,1 0,0 0,0 0,0 1,0-1,0 1,0-1,1 1,-1 0,1-1,0 1,0 0,0 0,0 0,0 0,0 3,1-4,0 0,0 1,1-1,-1 0,0 0,1 0,-1 0,1 0,0 0,0-1,0 1,0 0,0 0,0 0,0-1,0 1,1-1,-1 1,1-1,-1 1,1-1,-1 0,1 0,0 1,0-1,-1-1,5 3,-3-2,1 0,0 0,0-1,0 1,0-1,-1 0,1 0,0 0,0 0,0-1,0 1,0-1,-1 0,1 0,0-1,-1 1,1-1,-1 1,1-1,-1 0,0-1,0 1,4-4,6-7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6.3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53 43,'0'1,"-1"-1,1 0,0 0,-1 0,1 0,0 0,-1 0,1 0,-1 0,1 0,0 0,-1 0,1 0,0 0,-1 0,1 0,0-1,-1 1,1 0,0 0,0 0,-1 0,1-1,0 1,-1 0,1 0,0-1,0 1,-1 0,1 0,0-1,0 1,0 0,0-1,-1 1,1 0,0-1,0 1,0 0,0-1,0 1,0 0,0-1,0 1,0 0,0-1,0 1,0-1,0 1,0 0,0-1,0 1,1 0,-1 0,0-1,0 1,0 0,0-1,1 1,-1 0,0-1,17-16,-15 15,0 1,0 0,0-1,0 1,0 0,0 0,1 1,-1-1,0 0,0 1,1-1,-1 1,1 0,-1 0,0 0,1 0,-1 0,1 1,-1-1,0 1,1-1,-1 1,0 0,0 0,0 0,1 0,-1 0,0 0,0 1,-1-1,4 3,-3-1,1 1,0 0,-1 0,1 0,-1 0,0 0,-1 0,1 0,-1 1,0-1,0 0,0 1,0-1,-1 1,0 8,-1-6,1-1,-2 1,1-1,-1 1,0-1,-1 0,1 1,-1-1,0-1,-1 1,1 0,-9 8,10-11,0 0,0-1,0 0,-1 0,1 1,-1-1,1-1,-1 1,0 0,1-1,-1 1,0-1,0 0,0 0,-1 0,1 0,0-1,0 1,0-1,-1 0,1 0,0 0,0 0,0 0,-1-1,1 0,-6-1,7 1,0 0,0-1,0 1,0 0,0-1,1 1,-1-1,0 1,1-1,-1 0,1 0,-1 0,1 0,0 0,0 0,0 0,-1-4,0 2,1 0,0-1,1 1,-1-1,1 1,0-1,0 1,0-6,5-14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6.7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90,'0'4,"4"2,6-5,6-2,1-6,0-2,4 1,-3-2,0-1,1-1,3 0,1 3,-3-2,-5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7.0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1,'0'4,"0"7,4 5,2 5,0 3,-1 1,-2 2,-1 1,-1-1,0 0,-1 0,0 0,-1-1,1 0,0 0,0-4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7.4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22,'2'0,"0"-1,0 1,0-1,0 0,0 1,0-1,0 0,3-2,10-5,-10 7,0-1,0 2,0-1,-1 0,1 1,0 0,0 0,0 0,0 1,0 0,0 0,0 0,7 3,-10-3,0 0,1 0,-1 0,0 1,0-1,0 1,0 0,0-1,0 1,0 0,-1 0,1 0,-1 0,1 1,-1-1,0 0,0 1,0-1,0 0,0 1,0-1,-1 1,1 0,-1-1,0 1,0-1,0 6,-1-4,1 1,-1-1,0 0,-1 1,1-1,-1 0,0 0,0 0,0 0,0 0,-1 0,1 0,-1-1,0 0,0 1,-1-1,1 0,-1 0,-4 2,6-4,0 1,0-1,0 0,-1 0,1 0,0 0,-1-1,1 1,-1 0,1-1,-1 0,1 0,-1 0,1 0,-1 0,1 0,-1 0,1-1,0 0,-1 1,1-1,-1 0,1 0,0 0,0 0,0-1,-1 1,1-1,0 1,1-1,-1 1,0-1,0 0,1 0,-3-3,1 0,1 0,-1 1,1-1,0-1,0 1,0 0,-1-8,-1-11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7.7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42,'4'0,"7"0,5-4,5-2,2 1,3-4,1 0,0 1,-4 7,-6 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8.1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0 237,'5'0,"5"0,6 0,0-5,-2-1</inkml:trace>
  <inkml:trace contextRef="#ctx0" brushRef="#br0" timeOffset="1">183 1,'0'4,"-4"7,-2 5,0 4,2 4,1 2,1 1,1 0,1 1,0-1,0 0,0-1,0 1,0-6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38.4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3,'0'0,"0"0,0 0,0 0,0 0,0 0,0 1,0-1,0 0,1 0,-1 0,0 0,0 0,0 0,0 0,0 0,1 0,-1 0,0 1,0-1,0 0,0 0,1 0,-1 0,0 0,0 0,0 0,0 0,1 0,-1 0,0 0,0 0,0-1,0 1,1 0,-1 0,0 0,0 0,0 0,0 0,0 0,1 0,-1 0,0-1,0 1,0 0,0 0,0 0,0 0,0 0,0 0,0-1,1 1,-1 0,0 0,0 0,0 0,0-1,0 1,0 0,0 0,0 0,0 0,0-1,9 14,-6-3,0 1,-1-1,0 0,-1 1,0-1,0 1,-2 14,-14 75,10-69,-4 45,9 28,0-82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5.6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16,'4'4,"6"2,6 0,5-6,3-2,2-2,0 0,2-3,-1-1,-4 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6.0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22,'0'1,"0"0,1-1,-1 1,0 0,1 0,-1 0,0-1,1 1,-1 0,1-1,-1 1,1 0,-1-1,1 1,-1-1,1 1,0-1,-1 1,1-1,0 1,0-1,-1 1,1-1,0 0,0 0,0 1,-1-1,1 0,0 0,0 0,0 0,-1 0,1 0,0 0,0 0,0 0,0 0,0-1,34-5,-6-5,-17 6,1 1,18-5,-29 9,1-1,-1 1,1-1,0 1,-1 0,1 0,-1 0,1 1,-1-1,1 0,-1 1,1 0,-1 0,1-1,-1 1,0 1,1-1,2 2,-4-1,1-1,-1 1,0 0,0 0,1 0,-1 0,0 0,-1 0,1 0,0 0,-1 0,1 0,-1 0,1 0,-1 1,0-1,0 0,0 0,0 0,0 1,-1-1,1 0,-2 3,-1 7,-1 0,-10 21,12-30,-8 16,-1 0,-19 24,-7 12,35-50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6.4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1,'0'4,"5"2,1 4,4 1,0 2,3-1,0-2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6.7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1,'0'4,"0"7,0 5,5 5,0 3,1 2,-2 0,-1 2,-1-1,-1 0,0 0,-1 0,-1-1,1 1,0-1,4 0,2 0,0-4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7.1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42,'4'0,"7"0,0-4,4-2,3 0,3-3,3 0,-3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7.4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98,'4'0,"6"-5,6-1,4-4,4 0,2 1,-4-2,0 1,-1 1,2 4,-4-3,0 0,-4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7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56 1,'3'1,"-1"1,1-1,0 0,0 0,0 0,-1 0,1 0,0 0,0-1,5 1,8 2,-14-2,1 0,0 0,-1 0,1 0,-1 1,1-1,-1 1,0 0,1 0,-1 0,0 0,0 0,0 0,-1 0,1 0,0 1,-1-1,0 1,1-1,0 6,-1-4,0 0,0 0,-1 0,0 0,0 0,0-1,0 1,-1 0,1 0,-1 0,0 0,0 0,-3 6,2-6,0 1,0-1,-1 0,1 0,-1 0,0-1,0 1,-1-1,1 1,-1-1,-6 4,7-5,1 0,-1-1,0 0,0 0,0 0,0 0,0 0,0 0,0-1,0 1,0-1,0 0,0 0,0 0,0 0,-1-1,1 1,-5-3,5 2,1-1,-1 1,0-1,1 0,-1 0,1-1,-1 1,1 0,0-1,0 1,0-1,0 0,1 1,-1-1,1 0,0 0,-1 0,1 0,1-1,-1 1,0 0,1 0,-1-6,-1-13</inkml:trace>
  <inkml:trace contextRef="#ctx0" brushRef="#br0" timeOffset="1">108 185,'0'4,"0"6,0 6,0 5,0 2,-4-1,-2-6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8.1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62,'-4'0,"2"0,7 0,6-4,7-2,4 0,2-3,3 0,0 1,1-2,-6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8.4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1,'0'4,"0"7,5 5,1 4,0 8,-2 4,0 1,-2-1,-1-2,3-5,2-12,4-8,0-9,3-4,4-1,3 1,-1 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8.8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1,'0'4,"0"7,0 5,0 4,4 0,2 0,4 1,5-3,4-4,0-9,0-6,1-2,3-5,0-2,2-3,-3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9.3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54 0,'-4'0,"-2"5,1 5,0 6,-2 0,-1 2,1 2,2 2,2 2,1 2,1 0,5 0,2 1,0-1,-1-4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49.6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1,'5'4,"0"7,1 5,-2 4,-1 4,-1 7,-5 1,-2 1,-1-1,2-6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50.0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33,'0'-5,"5"-1,5 0,6-3,5 5,-2 2</inkml:trace>
  <inkml:trace contextRef="#ctx0" brushRef="#br0" timeOffset="1">27 137,'4'0,"7"-5,5 0,0-5,-3-1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50.37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1 185,'4'0,"7"0,5-5,4-1,4 0,2-3,-3 0</inkml:trace>
  <inkml:trace contextRef="#ctx0" brushRef="#br0" timeOffset="1">185 1,'0'4,"0"6,0 6,0 5,0 3,0 2,0 1,0 0,0 0,0 0,0 0,0 0,0-5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50.71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 1,'0'4,"-5"2,0 5,-1 4,2 4,1 4,1 1,1 3,5-1,1 2,1-1,3-5,0-5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55.1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20 1,'-4'0,"-2"4,0 7,2 5,5 5,3 2,0 8,0 2,-1-1,0 0,-2-6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55.4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12,'4'0,"7"0,5 0,4 0,4-5,2 0,-3 3,-7 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8:55.8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16,'5'0,"5"0,6 0,4 0,4 0,2-4,1-2,-4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0.4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96,'0'0,"0"1,0-1,0 1,0 0,1-1,-1 1,0-1,0 1,1-1,-1 1,0-1,1 1,-1-1,0 0,1 1,-1-1,1 1,-1-1,1 0,-1 1,1-1,-1 0,1 1,-1-1,1 0,-1 0,1 0,-1 0,1 1,-1-1,1 0,0 0,-1 0,1 0,-1 0,2 0,26-3,-21 2,33-7,-1-1,0-1,41-18,-14 5,-42 15,-16 4,0 1,0 0,1 1,-1 0,0 1,1-1,9 1,-1 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0.7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70 27,'-5'2,"0"0,0 0,0 1,0-1,1 1,-1 0,1 1,0-1,-7 7,10-8,-1-2,1 1,0 0,0 0,0 0,0 1,0-1,0 0,0 0,1 0,-1 1,0-1,1 0,-1 1,1-1,-1 1,1-1,-1 1,1-1,0 3,0-4,0 0,0 1,0-1,1 1,-1-1,0 0,0 1,0-1,1 0,-1 1,0-1,1 0,-1 1,0-1,1 0,-1 0,0 1,1-1,-1 0,0 0,1 0,-1 1,1-1,-1 0,20-1,16-8,59-26,-64 22,0 2,54-13,-62 21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1.0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48,'9'-6,"-1"0,1 1,0 0,1 1,-1-1,1 2,12-4,-16 5,0 1,0 0,0 0,1 0,-1 1,0 0,0 0,1 0,-1 1,0 0,0 0,0 1,0 0,6 2,-9-2,0-1,0 1,0 0,0 0,0 0,0 0,-1 0,1 1,-1-1,1 1,-1 0,0-1,0 1,0 0,-1 0,1 1,-1-1,1 0,-1 0,0 1,-1-1,1 1,0-1,-1 1,0-1,0 6,-1-4,1 0,-2 1,1-1,-1 0,1 0,-1 0,-1 0,1 0,-1-1,0 1,0-1,0 1,-1-1,1 0,-1 0,0-1,-5 4,7-5,0 0,0 0,-1-1,1 1,-1-1,1 1,-1-1,1 0,-1 0,0 0,0-1,1 1,-1-1,0 1,0-1,0 0,0 0,1 0,-1 0,0-1,0 1,0-1,1 0,-1 0,0 0,1 0,-1 0,0 0,1-1,0 1,-1-1,-3-3,3 1,1 0,-1 0,1 0,0 0,0 0,0 0,1-1,-1 1,1-1,0 1,1-1,-1 1,1-1,0 1,0-1,0 0,0 1,1-1,0 1,2-7,4-13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1.4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0,'1'0,"0"1,0-1,0 0,0 0,0 1,-1-1,1 1,0-1,0 1,-1-1,1 1,0 0,0-1,-1 1,1 0,-1-1,1 1,-1 0,1 0,-1 0,1 0,-1-1,0 1,1 0,-1 0,0 2,6 27,-6-27,4 98,-5-72,2-1,8 52,-2-42,-2 1,-1 0,-3 43,1-95,1 0,0 0,1 0,0 0,1 1,0 0,1 0,1 0,0 1,9-12,-5 12,25-17,-2 1,-17 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1.7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0,'-2'94,"4"149,1-219,7 27,-3-16,-6-31,-1-3,0-1,0 1,0 0,0 0,0 0,0 0,1 0,-1-1,0 1,0 0,1 0,-1 0,1-1,-1 1,1 0,-1-1,1 1,-1 0,1-1,-1 1,1 0,0-1,0 1,6-1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2.1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92 0,'-1'6,"0"0,-1 0,0 0,0 0,0-1,-1 1,1-1,-5 7,-3 5,-1 5,2-5,1 0,0 0,1 1,1 0,-4 23,52-118,-37 66,28-49,-31 56,1 1,0-1,-1 0,1 1,1 0,-1 0,0 0,1 0,0 0,0 1,0 0,5-3,-8 5,1-1,-1 1,0 0,1 0,-1 0,1 0,-1 0,1 0,-1 0,1 0,-1 0,1 1,-1-1,0 1,1-1,-1 1,0-1,1 1,-1 0,0 0,0 0,0 0,1 0,-1 0,0 0,0 0,-1 0,1 0,0 0,1 3,3 4,0 1,-1 0,5 15,-3-7,-3-11,-1-1,0 0,0-1,0 1,0-1,1 1,0-1,0 0,0 0,1 0,3 3,8 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2.4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0 237,'5'0,"0"-5,5-1,5-4,4-1,4-2,2 0,1 4,-4-3,0 2,-1-3,1-2,2-5,-4 3</inkml:trace>
  <inkml:trace contextRef="#ctx0" brushRef="#br0" timeOffset="0.99">288 1,'0'4,"0"6,0 6,-4 5,-2 3,0 1,1 2,2 1,-4-1,0 0,1 0,1 0,-2-1,0 0,-4 1,0-6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2.8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0 459,'0'4,"0"-3,5-1,5-1,6-5,4-1,4 0,-3 7,1 6,-5 8,-5 6,-4 3,-3 3,-8 1,-3 0,0-3</inkml:trace>
  <inkml:trace contextRef="#ctx0" brushRef="#br0" timeOffset="1">367 92,'0'-4,"4"-2,2-5,4 1,5 0,4-1,4 1,2 2,1-2,1 1,0 6,-5 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3.17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 1,'-4'0,"-2"4,0 6,6 2,7-7,8-3,4-2,4-6,3-2,-4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3.5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47 1,'1'3,"0"0,1 0,-1 0,0 0,1 0,0 0,0 0,0 0,0-1,0 1,0-1,1 1,-1-1,5 3,11 13,-15-13,-1 0,1 0,-1 0,0 0,0 1,0-1,-1 1,0-1,0 1,0-1,-1 1,1 0,-2-1,0 10,1-13,0 1,-1-1,1 1,-1-1,1 1,-1-1,0 0,0 1,0-1,-1 0,1 0,0 0,-1 0,1 0,-1 0,0 0,0 0,1-1,-1 1,0 0,-1-1,1 0,0 0,0 1,0-1,-1-1,1 1,-1 0,1 0,-1-1,1 0,0 1,-1-1,-4 0,5 0,0 0,0 0,0-1,-1 1,1-1,0 1,0-1,0 0,0 1,0-1,0 0,0 0,0-1,0 1,0 0,1-1,-1 1,1-1,-1 1,1-1,-1 0,1 0,0 1,0-1,0 0,0 0,0 0,0 0,0-3,-1 0,2-1,-1 1,0 0,1-1,0 1,1-1,-1 1,1 0,0-1,3-9,6-13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3.8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4,'0'0,"0"0,0 0,0-1,1 1,-1 0,0 0,0-1,1 1,-1 0,0 0,1-1,-1 1,0 0,1 0,-1 0,0 0,1 0,-1 0,0 0,1 0,-1 0,0 0,1 0,-1 0,1 0,-1 0,0 0,1 0,-1 0,0 0,1 0,-1 0,8 12,-3 21,-4-31,3 221,-6-132,5-89,3-7,11-12,-7 7,-4 5,1 1,-1 0,0 0,10-4,5-1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4.2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 1,'-4'0,"-2"4,4 2,8 0,7-1,6-2,-1-5,2 1,1 2,2 4,-3 7,-5 5,-5 4,-4 3,-8 2,-3 1,3-4,2-6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7.4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12 106,'0'24,"-1"-1,-1 0,-5 24,6-36,2-12,4-18,-3 2,0 0,1 1,1-1,7-17,-8 28,0 0,0 0,0 0,1 1,0-1,0 1,0 0,1 0,-1 0,1 1,0 0,1 0,9-6,-4 4,0 1,0 0,1 0,-1 2,1-1,0 1,21-1,-29 3,1 1,-1 0,1 0,-1 1,1-1,-1 1,1 0,-1 1,0-1,7 3,-8-2,-1 0,1-1,-1 1,0 0,0 0,0 0,0 0,0 0,0 1,0-1,-1 1,1-1,-1 1,0 0,1-1,-1 1,1 5,0 2,0 1,-1 0,0 0,0 0,-1 0,-1 0,1 0,-2 0,-3 14,-2-7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7.8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28,'5'0,"5"0,6 0,5-5,3-1,2 1,1 0,0 2,0 1,-4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8.1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90,'15'-1,"-1"-1,1-1,-1 0,0-1,0-1,17-7,15-5,-8 1,19-7,-54 22,0 0,0 1,0-1,0 1,0-1,0 1,0 0,0 0,0 0,0 1,0-1,0 1,0 0,0-1,4 3,-6-2,1 0,-1 0,0 1,0-1,0 0,1 0,-1 1,0-1,0 1,-1-1,1 1,0-1,0 1,-1-1,1 1,-1 0,0-1,1 1,-1 0,0-1,0 1,0 3,0 1,-1 0,1 1,-2-1,-2 10,-4 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8.5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 0,'-4'0,"-2"5,0 5,-3 1,0 4,6 3,3 4,7-3,6-4,5-5,4-4,4-3,0-2,2-6,-1-1,-4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9.0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24,'4'-3,"0"0,0 1,1 0,-1-1,1 1,-1 1,1-1,0 1,0-1,0 1,0 1,-1-1,1 1,0 0,0 0,0 0,8 2,-10-1,-1-1,1 1,0 0,-1 0,1 0,0 0,-1 0,1 0,-1 1,0 0,1-1,-1 1,3 4,-3-5,-1 1,0 0,0 0,0-1,0 1,-1 0,1 0,-1 0,1 0,-1 0,1 0,-1 0,0 0,0 0,0 0,0 0,0 1,-1-1,1 0,-2 3,-2 7,-1-1,0 0,0 0,-1 0,-1-1,-8 12,-50 52,72-81,1-1,-1 1,2 1,11-9,-18 14,0-1,0 1,1 0,-1 0,0 0,0 0,0 0,1 1,-1-1,0 1,1-1,-1 1,0 0,1 0,-1 0,1 0,-1 0,0 1,1-1,-1 1,0-1,1 1,-1 0,0 0,0 0,0 0,0 0,0 1,3 2,18 25,-15-14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9.3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0 209,'4'0,"2"-4,4-2,5-4,4-1,4-2,2-4,-4 2</inkml:trace>
  <inkml:trace contextRef="#ctx0" brushRef="#br0" timeOffset="1">209 0,'0'5,"0"5,0 6,0 5,-4 2,-2 3,0 1,1 0,2 1,1-6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09.6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 0,'0'5,"0"5,0 6,0 5,0 2,0 3,0 1,-5 0,-1 1,0-1,2 0,1-1,0 1,2-5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0.1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70,'1'-1,"-1"-1,1 1,-1-1,1 1,-1 0,1-1,0 1,0 0,0-1,-1 1,1 0,0 0,1 0,-1 0,0 0,0 0,0 0,1 0,-1 1,2-2,29-12,-2 4,1 3,37-6,-49 13,-19 0,0 1,1-1,-1 0,0 0,0 0,0 0,0 0,0 1,0-1,0 0,1 0,-1 0,0 1,0-1,0 0,0 0,0 0,0 1,0-1,0 0,0 0,0 0,0 0,0 1,0-1,0 0,0 0,0 0,-1 1,1-1,0 0,0 0,0 0,0 0,0 1,0-1,0 0,-1 0,1 0,0 0,0 0,0 1,-28 20,21-16,-1 1,1 0,-1 0,1 1,1 0,-1 1,-8 12,13-18,0 1,1 0,-1 0,1 1,-1-1,1 0,0 0,0 1,0-1,1 1,-1-1,1 0,0 1,0-1,0 1,0-1,1 1,-1-1,1 1,0-1,1 5,7 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0.4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16 1,'0'4,"0"6,0 6,0 5,-5-2,0 1,-1-3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0.8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48,'5'0,"5"0,6 0,0-5,2 0,2-1,3 2,1-4,1 0,1 1,-4 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1.3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64,'12'-1,"0"0,0-1,0 0,0-1,0-1,-1 0,1 0,-1-1,12-8,22-8,-44 21,0-1,0 1,1-1,-1 1,0 0,0-1,0 1,0 0,0 0,1 0,-1 0,0 0,0 0,2 1,-3-1,1 0,-1 0,1 0,-1 1,0-1,1 0,-1 1,0-1,1 0,-1 1,0-1,1 0,-1 1,0-1,0 0,1 1,-1-1,0 1,0-1,0 1,0-1,0 1,1-1,-1 1,0 2,0-1,-1 0,1 1,0-1,-1 1,1-1,-1 0,0 1,0-1,0 0,-2 4,-3 2,0 0,0-1,-11 11,-10 12,27-30,0 0,0 0,1 0,-1 0,0 0,0 0,0 0,0 0,1-1,-1 1,0 0,0 0,0 0,1 0,-1 0,0 0,0 0,0 0,0 0,1 0,-1 1,0-1,0 0,0 0,1 0,-1 0,0 0,0 0,0 0,0 0,0 0,1 1,-1-1,0 0,0 0,0 0,0 0,0 0,0 1,0-1,1 0,-1 0,0 0,0 0,0 1,0-1,0 0,0 0,0 0,0 0,0 1,0-1,0 0,0 0,0 0,0 1,0-1,0 0,0 0,0 0,-1 0,1 1,0-1,0 0,0 0,0 0,0 0,0 0,-1 1,16-4,-11 1,-1 1,1 0,0 0,-1 1,1-1,0 1,0 0,0 0,-1 0,1 1,6 0,-8 0,-1-1,0 0,0 1,1-1,-1 1,0 0,0-1,0 1,0 0,0 0,0 0,0 0,0 0,0 0,0 0,0 0,0 0,-1 0,1 0,0 0,-1 0,1 1,-1-1,1 0,-1 1,0-1,0 0,0 1,1-1,-1 0,0 1,-1-1,1 0,0 1,0-1,-1 3,-1 0,0 0,0 0,0 0,0 0,-1 0,1 0,-1-1,-4 5,2-3,1 1,0 0,-7 11,10-16,1 1,-1-1,0 1,1-1,0 0,-1 1,1-1,0 1,0-1,0 1,0-1,0 1,0-1,0 1,0-1,1 1,-1-1,1 1,-1-1,1 1,-1-1,2 2,-1-1,1-1,-1 0,0 0,0 1,1-1,-1 0,0 0,1-1,-1 1,1 0,0 0,-1-1,1 1,-1-1,1 1,0-1,0 0,-1 0,1 0,0 0,-1 0,1 0,0 0,-1 0,1-1,3 0,2-1,0 0,0 0,0-1,11-6,1-3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1.6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50,'1'-1,"-1"-1,1 0,-1 0,1 0,-1 0,1 0,0 1,0-1,0 0,0 1,0-1,0 1,0-1,1 1,-1-1,1 1,-1 0,1 0,-1 0,1 0,-1 0,1 0,3-1,0 0,0-1,1 1,-1 1,1-1,-1 1,11-1,-13 2,0 0,0 0,-1 0,1 0,0 1,0-1,0 1,0 0,0 0,0 0,-1 0,1 0,0 0,-1 1,1 0,-1-1,0 1,1 0,-1 0,0 0,0 0,0 1,-1-1,1 0,0 1,-1 0,0-1,1 1,-1 0,0-1,0 1,-1 0,1 0,-1 0,1 0,-1 0,0 4,0-3,0-1,0 1,0-1,-1 1,0-1,1 1,-1-1,0 0,-1 1,1-1,-1 0,1 0,-1 0,0 0,0 0,0-1,0 1,-1 0,1-1,-1 0,0 0,1 1,-1-1,0-1,0 1,0 0,-1-1,1 0,0 0,0 0,-1 0,-3 1,5-2,0 0,0 0,0 0,0 0,1 0,-1 0,0 0,0 0,0-1,0 1,0-1,1 1,-1-1,0 0,1 0,-1 0,0 0,1 0,-1 0,1 0,-1-1,1 1,0 0,0-1,0 1,-1-1,1 1,0-1,1 0,-2-2,0-1,1 1,0 0,0 0,1-1,-1 1,1 0,0-1,0 1,0 0,1-1,0 1,1-5,4-10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2.0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1,'5'4,"5"7,2 5,-2 4,-2 4,-3 2,-2 5,-2 2,0 0,-1-1,-1-2,1-10,-1-9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3.8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17,'4'0,"-1"-1,1 0,0 1,0-1,-1 0,7-4,-8 4,0 0,0 0,0 0,0 1,0-1,1 0,-1 1,0-1,0 1,0 0,0 0,1 0,-1 0,0 0,0 0,0 1,1-1,-1 1,0-1,0 1,0 0,0 0,4 2,-3-1,0 1,0 0,0 0,0 0,0 1,0-1,-1 0,1 1,-1 0,0 0,0 0,-1-1,1 2,-1-1,0 0,0 0,0 0,-1 0,1 1,-1 5,-1 8,0 1,-1-1,-8 28,3-11,4-21,2-11,0 0,0 0,0 0,1 1,-1-1,1 0,0 1,0-1,0 0,0 1,1 2,4-5,2-6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4.17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 6,'0'-4,"0"2,0 7,0 7,0 5,0 5,0 3,0 1,-4-3,-2-2,0 1,1 1,2 0,1 2,1 0,5-8,2-7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4.5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 0,'0'5,"0"5,0 6,0 5,0 3,0 2,0 1,0 0,-5 0,4 0,-3 0,3 0,3-10,0-7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4.8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183 0,'0'4,"0"7,0 5,0 4,0 4,-4 2,-2 1,1 0,1 0,1 0,1-4</inkml:trace>
  <inkml:trace contextRef="#ctx0" brushRef="#br0" timeOffset="1">1 158,'4'0,"6"-5,6-1,5 0,3 2,-3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5.2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35 136,'-4'0,"-2"5,-4 1,0 4,5-4,9-3,8-2,1-6,4-1,-1-1</inkml:trace>
  <inkml:trace contextRef="#ctx0" brushRef="#br0" timeOffset="1">192 58,'5'0,"6"0,5 0,4 0,4-5,2 0,1-1,0-3,0 0,-4-3,-6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8.8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1,'4'0,"2"4,0 7,-6 5,-3 5,0 3,-1 1,1 2,1 1,1-1,0 0,1 0,0-5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9.4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0,'0'5,"0"5,0 6,0 5,0 3,0 1,5 2,1 1,0-6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19.72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1,'0'4,"0"6,0 6,0 5,0 3,0 1,4 2,-2 0,2-4,-4-1,-1-6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0.0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42,'-4'0,"2"-4,7-2,6 0,7-3,3 0,0 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0.42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0,'0'5,"0"6,5-4,5-3,6-2,5-1,-2-6,1-1,1-1,-2 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6.4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67,'5'0,"1"-5,4-1,5 0,4 2,4-4,2 0,1 1,1 2,0-3,0 1,0 5,-5 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6.7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49,'5'0,"5"0,6 0,0-4,2-2,2 0,3-3,0-1,3 3,-5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7.1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28 1,'-1'0,"0"0,0 0,0 1,1-1,-1 0,0 1,0-1,0 1,1-1,-1 1,0-1,0 1,1 0,-1-1,1 1,-1 0,0 0,1-1,-1 1,1 0,0 0,-1 0,1-1,0 1,-1 0,1 0,0 1,-5 28,4-27,-1 13,0 0,2 0,-1-1,2 1,2 18,-2-30,0 0,0-1,0 1,0-1,0 1,1-1,-1 0,1 0,0 1,0-1,0 0,1-1,-1 1,1 0,-1-1,1 1,0-1,0 0,0 0,0 0,1 0,-1-1,0 1,1-1,-1 0,1 0,-1 0,5 0,4 0,1-1,-1 0,0-1,1 0,-1-1,0 0,0-1,0 0,13-7,27-5,-31 12,-5 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7.4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1 105,'5'0,"5"0,6-4,5-2,3 0,1-3,2 0,1-3,-1 0,0 3,0 2,0-1,-1 0,0 1,1 2,-6 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7.8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10 44,'0'0,"-1"0,1 0,-1 0,1 1,-1-1,1 0,0 0,-1 0,1 0,-1 1,1-1,-1 0,1 0,0 1,-1-1,1 0,0 1,-1-1,1 1,0-1,-1 0,1 1,0-1,0 1,-1-1,1 1,0-1,0 0,0 0,0 0,0 0,0 1,0-1,1 0,-1 0,0 0,0 0,0 1,0-1,0 0,0 0,0 0,0 0,0 1,0-1,1 0,-1 0,0 0,0 0,0 0,0 0,0 1,1-1,-1 0,0 0,0 0,0 0,0 0,1 0,-1 0,0 0,0 0,0 0,0 0,1 0,-1 0,0 0,0 0,0 0,1 0,-1 0,0 0,0 0,0 0,0 0,1 0,-1 0,0-1,0 1,0 0,0 0,0 0,1 0,-1 0,0 0,0-1,0 1,0 0,0 0,39-19,-27 12,1 1,0 0,26-7,-37 13,1-1,0 1,-1-1,1 1,0 0,0 0,-1 0,1 0,0 1,0-1,-1 1,1 0,-1-1,1 1,0 0,-1 1,1-1,-1 0,0 1,0-1,1 1,-1 0,0 0,0 0,0 0,-1 0,1 0,0 0,-1 1,0-1,1 0,-1 1,0 0,0-1,0 1,-1-1,1 1,-1 0,1 0,-1-1,0 1,0 0,0 0,0-1,-1 1,1 0,-1-1,0 1,0 0,1-1,-2 1,1-1,0 1,0-1,-1 0,1 1,-5 3,0 0,-1 0,-1-1,1 0,-1 0,1 0,-10 3,8-4,1 0,-1 1,1 0,-14 12,21-16,0 0,1-1,-1 1,0 0,0 0,1 0,-1 0,1 0,-1 0,1 0,-1 0,1 0,-1 0,1 0,0 0,0 0,-1 0,1 0,0 1,0-1,0 0,0 0,0 0,1 0,-1 0,0 0,0 0,1 0,-1 0,1 0,-1 0,1 0,-1 0,1 0,-1 0,1 0,0 0,1 1,0 0,0 0,1 0,-1 0,0-1,1 1,0-1,-1 1,1-1,0 0,0 0,0 0,-1 0,6 0,1-1,-1 0,1-1,0 0,-1 0,1 0,-1-1,1-1,-1 0,0 0,0 0,0-1,10-7,1-1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8.4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35,'0'0,"0"0,-1 0,1 0,0 0,0 0,0 0,0 0,0 0,-1 0,1 0,0 0,0 0,0 0,0 0,-1 0,1 0,0 0,0 0,0 0,0 0,0 0,-1-1,1 1,0 0,0 0,0 0,0 0,0 0,0 0,0-1,0 1,-1 0,1 0,0 0,0 0,0 0,0-1,0 1,0 0,0 0,4-9,9-5,-10 13,0-1,0 1,0 0,0 0,0 0,0 1,0-1,1 1,-1 0,0-1,1 1,-1 1,0-1,0 0,1 1,-1 0,0 0,0 0,0 0,0 0,0 1,0-1,0 1,0 0,-1-1,1 1,-1 1,4 2,-4-3,0 0,1 1,-2-1,1 0,0 1,0-1,-1 1,1-1,-1 1,0 0,0 0,0-1,0 1,0 0,-1 0,1 0,-1 0,0 0,0 0,0 0,0 0,-1 0,1 0,-1 0,1 0,-1 0,0-1,0 1,-1 0,1 0,-3 3,-1-1,0 0,0 0,0 0,-1-1,0 0,-6 4,-26 20,36-27,0 1,1 0,-1 0,0 0,1 0,-1 0,1 0,0 1,0-1,0 0,0 1,0-1,1 0,-2 5,2-5,0-1,0 1,0-1,0 1,0-1,0 0,1 1,-1-1,0 1,1-1,-1 0,1 1,0-1,-1 0,1 1,0-1,0 0,0 0,0 0,0 0,0 0,0 0,0 0,0 0,0 0,1 0,-1-1,0 1,1 0,-1-1,0 1,1-1,-1 0,3 1,1 0,0-1,1 1,-1-1,0 0,0 0,0-1,0 0,9-2,10-5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8.7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 1,'0'4,"0"7,0 5,-4 5,-2 3,0 2,1 0,2 2,-3-1,-1-4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29.1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49 0,'-4'5,"-6"5,-2 6,2 4,2 4,3 2,7-3,2-2,6-4,5-5,5-4,3-4,2-3,2-1,0-1,-5-4,-5-1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3.27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86,'3'-1,"0"0,0 1,0-1,0 0,0 0,0-1,0 1,-1-1,1 1,4-5,9-4,13-5,33-15,-55 28,-1-1,1 1,0 0,0 1,0 0,0 0,7 0,-13 1,0 0,0 0,0 0,0 0,0 0,0 1,0-1,0 0,0 1,0-1,-1 0,1 1,0-1,0 1,0 0,-1-1,1 1,0 0,-1-1,1 1,0 0,-1 0,1-1,-1 1,1 0,-1 0,0 0,1 0,-1 0,0 0,0 0,1 0,-1-1,0 1,0 0,0 0,0 0,0 0,0 0,-1 0,1 0,0 0,0 0,-1 1,-1 6,-1 1,1-1,-7 14,8-20,-7 12,1-1,-11 13,10-14,1-1,-11 22,39-46,-17 10,1 0,0 0,-1 1,1-1,0 1,0 0,8-2,-10 4,-1-1,1 1,0 0,0 0,0 0,0 0,0 1,-1-1,1 1,0-1,0 1,0 0,-1 0,1 0,3 3,8 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3.6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1 106,'0'0,"0"0,0-1,1 1,-1 0,0 0,0 0,0 0,0 0,0 0,0 0,0 0,0 0,0 0,0 0,0 0,0 0,0 0,0 0,0 0,0 0,0-1,0 1,0 0,0 0,0 0,0 0,0 0,0 0,0 0,0 0,0 0,-1 0,1 0,0 0,0 0,0 0,0 0,0 0,0 0,0 0,0 0,0 0,0-1,0 1,0 0,0 0,0 0,0 0,0 0,0 0,0 0,0 0,-1 0,1 0,0 0,0 0,9-5,12-4,48-19,-26 10,54-15,-94 32,40-7,-41 8,0 0,0-1,-1 1,1 0,0 1,0-1,0 0,-1 0,1 1,0-1,0 1,-1 0,1-1,0 1,-1 0,1 0,-1 0,1 0,-1 0,3 3,1 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3.9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0,'3'2,"1"-1,-1 0,0 0,0 0,0 0,1-1,-1 1,0-1,1 0,-1 0,1 0,-1 0,0-1,5 0,14-1,-18 2,-1 1,1-1,0 1,-1-1,1 1,-1 0,0 1,1-1,-1 0,0 1,1 0,-1 0,0 0,-1 0,1 0,0 1,0-1,-1 1,0 0,1 0,-1-1,0 2,0-1,-1 0,1 0,-1 0,1 1,-1-1,0 1,-1-1,1 1,0-1,-1 1,0 0,0-1,0 1,0 0,-1-1,1 1,-1-1,0 1,0-1,0 1,-1-1,1 0,-1 1,0-1,-3 5,3-5,1-1,-1 0,0 0,0 1,0-1,0 0,0 0,0-1,-1 1,1 0,-1-1,1 1,-1-1,0 0,1 0,-1 0,0 0,0-1,0 1,1-1,-1 1,0-1,0 0,0 0,-4-1,5 0,0 1,0-1,-1 0,1 0,0 0,0 0,0-1,0 1,0 0,0-1,1 1,-1-1,0 0,1 0,-1 0,1 0,0 0,-1 0,1 0,0 0,0 0,1 0,-1-1,0 1,1 0,-1 0,1-1,0 1,0-1,0 1,0-3,0-2,1 1,0-1,0 0,0 1,1-1,3-6,5-12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7.0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 1,'-1'41,"0"-26,0 0,2 1,-1-1,2 0,3 17,-5-31,0 0,0 0,1-1,-1 1,0 0,0 0,1-1,-1 1,0 0,1-1,-1 1,0 0,1-1,-1 1,1-1,-1 1,1-1,-1 1,2 0,-1-1,-1 0,0-1,1 1,-1 0,1 0,-1-1,0 1,1 0,-1-1,0 1,0 0,1-1,-1 1,0-1,0 1,1 0,-1-1,0 1,0-1,0 1,0-1,0 0,8-36,-8 34,1-2,0 1,0 0,0 0,1-1,0 1,-1 0,1 0,1 0,-1 1,1-1,-1 1,1-1,0 1,0 0,0 0,1 0,-1 0,1 1,-1-1,1 1,0 0,0 0,0 0,0 1,1 0,4-2,6 0,1 1,-1 0,0 2,0-1,1 2,19 2,-33-3,0 0,0 1,0-1,0 1,0-1,0 1,0-1,0 1,-1 0,1 0,0 0,0 0,-1 0,1 0,-1 1,1-1,-1 1,1-1,-1 1,0-1,0 1,0 0,0-1,0 1,0 0,0 0,0 0,-1 0,1 0,-1 0,0 0,1 0,-1 2,0 6,0 1,-1-1,-1 0,1 1,-5 11,4-13,-5 13,-1-4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7.3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22,'5'0,"5"0,7 0,3 0,9 0,2-5,2-1,-1 1,-6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7.69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38,'4'-4,"7"-2,5 0,4-3,4-1,2 7,-4 3</inkml:trace>
  <inkml:trace contextRef="#ctx0" brushRef="#br0" timeOffset="1">104 117,'-4'0,"-2"4,-4 2,4-1,8 0,7-2,7-5,6-3,-2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8.0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 6,'0'-4,"0"2,0 7,-5 7,0 9,-1 7,2 3,1 0,1-1,1 0,0-2,1-5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8.38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31,'4'0,"0"-1,0 1,0-1,0 0,0 0,5-3,-6 3,1 0,-1-1,0 1,1 1,-1-1,1 0,-1 1,1 0,-1 0,5 0,-4 1,0 0,0 0,0 1,0 0,0-1,0 1,-1 1,1-1,-1 0,1 1,-1 0,0 0,0 0,0 0,0 0,-1 0,1 1,-1 0,0-1,0 1,2 6,-3-8,0 0,-1 0,1 1,0-1,-1 0,0 1,1-1,-1 0,0 1,0-1,0 0,-1 1,1-1,0 1,-1-1,0 0,1 0,-1 1,0-1,0 0,-1 0,1 0,0 0,-1 0,1 0,-1 0,1-1,-1 1,0 0,0-1,0 0,0 1,0-1,0 0,0 0,0 0,0 0,-4 1,4-2,0 1,0 0,0-1,0 1,0-1,1 0,-1 1,0-1,0 0,0 0,0 0,0-1,0 1,0 0,0-1,0 1,0-1,0 0,1 0,-1 1,0-1,1 0,-1-1,0 1,1 0,-1 0,1-1,0 1,-1-1,1 1,0-1,0 1,0-1,0 0,0 0,0 1,1-1,-1 0,0-3,-1-1,1 0,0 0,0 0,0 0,1 0,0 0,0-1,1 1,-1 0,2 0,1-9,6-6,-1 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8.81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51,'-4'0,"2"0,7-4,6-7,7-1,3 2,4 2,2 3,-4 6,-6 8,-5 7,-6 5,-3 3,-2 2,-1 2,-1 0,-5-5,-1-6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9.1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43 1,'1'15,"-1"2,0-1,-4 23,3-34,0 0,-1 0,1 0,-1 0,0 0,0 0,-1-1,0 1,1-1,-1 0,-6 7,0-1,11-7,17-12,-1 1,77-19,-77 21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39.58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0,'0'337,"1"-344,0 1,1 0,-1 0,1 0,0 0,1 0,-1 0,1 0,0 1,1-1,-1 1,1 0,0 0,0 1,1-1,-1 1,1 0,0 0,0 0,9-4,7-2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0.2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21,'5'0,"0"-1,0 0,0 0,-1 0,1-1,5-2,-5 2,1 0,-1 0,1 1,8-2,-11 3,0 0,0 0,-1 0,1 0,0 0,0 1,-1-1,1 1,-1-1,1 1,0 0,-1 0,1 1,-1-1,0 0,1 1,-1-1,2 3,-2-2,-1 0,1 0,-1 0,0 0,0 0,0 0,0 1,0-1,0 0,-1 1,1-1,-1 0,0 1,0-1,0 1,0-1,0 0,0 1,0-1,-2 5,0 2,-1 0,0 0,0 0,-1-1,0 0,-1 1,0-1,0-1,0 1,-1-1,-11 11,23-25,-5 5,0 0,0 1,0-1,0 1,0 0,0-1,1 1,-1 0,0 0,1 0,-1 0,1 0,-1 0,1 0,0 1,-1-1,1 0,0 1,-1-1,1 1,0 0,0 0,-1-1,1 1,0 0,0 1,-1-1,4 1,54 17,-39-13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0.5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 1,'0'4,"0"6,0 6,0 5,0 3,-5 2,0 1,-1 0,2-4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0.9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21,'-4'0,"2"0,7 0,6-5,7 0,4-1,2 2,3 5,-4 7,-6 7,-6 5,-4 4,1-7,-2-6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1.2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71,'5'-5,"5"-5,6-2,5 2,3-2,2 1,1 2,0 7,0 5,-4 5,-7 6,-5 5,-5 4,-4 3,-1 1,-2 0,0-4</inkml:trace>
  <inkml:trace contextRef="#ctx0" brushRef="#br0" timeOffset="1">79 228,'0'4,"0"7,0 5,0 4,0 4,0 2,0-3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1.64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 62,'-5'0,"4"0,6 0,2-4,4-2,5 0,5-3,2 0,2 1,2-2,-5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1.98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 1,'0'52,"1"-18,-1 1,-2 0,-8 46,6-64,-5 35,9-52,0 0,0 0,0 0,0 0,0 0,0 0,0 0,0 1,0-1,0 0,0 0,0 0,0 0,0 0,0 0,0 0,0 0,0 0,0 1,0-1,0 0,0 0,0 0,0 0,0 0,0 0,0 0,0 0,0 0,1 0,-1 0,0 0,0 1,0-1,0 0,0 0,0 0,0 0,0 0,0 0,0 0,0 0,1 0,-1 0,0 0,0 0,0 0,0 0,0 0,0 0,0 0,0 0,0 0,1 0,-1 0,0 0,0 0,0 0,0 0,7-7,9-12,-14 17,1-3,1 0,0 0,0 1,1-1,-1 1,1 0,0 0,0 1,0-1,1 1,-1 0,1 1,0-1,-1 1,1 0,9-1,2 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2.34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52 1,'-2'0,"1"1,-1-1,1 1,0-1,-1 1,1 0,0-1,-1 1,1 0,0 0,0 0,0 0,0 0,0 0,0 1,0-1,0 0,0 0,-1 3,-12 28,11-23,0 1,1 0,0 0,1 0,0 1,1-1,0 11,0-18,1 1,0 0,-1-1,1 1,0-1,0 0,1 1,-1-1,1 0,3 5,-4-7,0 1,1-1,-1 1,1-1,-1 0,1 1,0-1,-1 0,1 0,0 0,0-1,0 1,0 0,0-1,0 1,0-1,0 1,0-1,3 0,13-1,0-1,-1-1,0-1,1 0,20-9,-36 13,21-8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6.4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308 1,'16'0,"-22"-1,-27 2,10 2,1 1,0 0,0 2,-41 15,53-17,1 1,-1 0,0 0,1 1,0 0,1 1,-1 0,1 0,1 1,-1 0,1 0,-8 13,14-19,-1 1,0-1,1 1,0-1,0 1,0 0,0-1,0 1,0 0,1 0,-1 0,1 0,0-1,-1 1,1 0,1 0,-1 0,0 0,1 0,0-1,-1 1,1 0,0 0,1-1,-1 1,0-1,1 1,-1-1,1 1,0-1,0 0,0 0,0 0,0 0,0 0,0 0,5 2,2 1,0-1,0 1,1-2,-1 1,1-1,-1-1,1 0,0 0,18 0,80-3,-107 1,0 0,0 0,0 0,0 0,0 0,0 0,0 0,0 0,0 1,0-1,0 0,-1 1,1-1,0 1,0-1,0 1,0-1,0 1,-1 0,1-1,0 2,0-2,-1 1,0 0,0 0,0-1,0 1,0 0,0-1,0 1,0 0,-1-1,1 1,0 0,0-1,0 1,-1 0,1-1,0 1,-1-1,1 1,-1-1,1 1,-1 0,-4 4,1 0,-1-1,0 0,-11 7,-13 7,-35 28,55-38,-1 1,1 0,0 0,1 1,0 0,-11 20,18-28,0 0,-1 0,1 0,0 0,1 0,-1 0,0 0,0 0,1 1,0-1,-1 0,1 0,0 1,0-1,0 0,0 0,1 1,-1-1,0 0,1 0,0 1,0-1,-1 0,1 0,0 0,3 3,-2-3,0 0,1 0,-1 0,1 0,-1-1,1 1,0-1,0 0,-1 0,1 0,0 0,0 0,0 0,0-1,0 0,0 0,0 1,1-2,2 1,37-6,1-1,-2-3,52-17,-60 17,-12 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6.8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65,'5'0,"5"0,6 0,4-4,4-2,2 0,1 1,0 2,0 1,0 1,0-4,0-1,-1 0,1 2,-1 1,-4-4,-7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7.79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403 172,'4'1,"0"-1,0-1,0 1,0 0,0-1,0 0,0 0,0 0,0-1,5-1,-7 1,0 1,0-1,0 0,0 0,-1 0,1 0,0 0,-1 0,0 0,1 0,-1-1,0 1,0 0,0-1,0 1,-1-1,1-3,1-2,-1 0,-1 0,1 0,-1 0,-1 0,0 1,0-1,-4-15,5 21,-1 0,1 1,-1-1,1 0,-1 1,0-1,1 0,-1 1,0-1,0 1,0-1,-1 1,1 0,0-1,0 1,-1 0,1 0,-1 0,1 0,-1 0,1 0,-1 1,0-1,1 0,-1 1,0-1,1 1,-1 0,0-1,0 1,0 0,1 0,-1 0,0 0,0 1,1-1,-1 0,0 1,0-1,1 1,-1 0,0-1,1 1,-1 0,-1 1,-5 3,0 1,1-1,-1 2,1-1,1 1,-1 0,1 0,0 0,1 1,-1 0,-5 14,1-2,1 1,1 0,-10 40,-7 34,-9 45,32-125,-18 81,16-83,0 0,0 0,-2-1,1 0,-9 13,12-22,1-1,-1 1,0-1,1 0,-1 0,0 1,-1-2,1 1,0 0,0 0,-1-1,1 1,-1-1,1 0,-1 1,0-1,0-1,1 1,-1 0,0-1,0 1,0-1,0 0,0 0,1 0,-1 0,0-1,0 1,0-1,0 1,1-1,-1 0,0 0,1-1,-5-1,2 0,0 0,1-1,-1 1,1-1,0 0,0 0,0 0,1 0,-1-1,1 1,0-1,1 0,-1 0,1 0,0 0,0-1,-2-9,3 8,0 0,1 0,0 0,0 0,0 0,1 0,0 0,1 0,-1 0,1 0,1 1,-1-1,1 1,4-8,-2 7,-1 1,2 0,-1 0,0 0,1 0,0 1,1 0,-1 1,1-1,0 1,0 0,9-3,4-1,41-12,-37 15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49.7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53 9,'-1'-8,"-2"9,-2 15,-1 12,1 1,0 34,3-29,-9 41,8-61,0-1,0 0,1 0,0 0,1 15,3-23,3-10,2-10,2-5,6-19,3 0,41-68,-55 102,0 0,0 1,0-1,1 1,0 0,0 0,0 1,0 0,0 0,1 0,0 0,-1 1,1 0,0 0,11-2,5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0.2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 78,'0'2,"0"0,1-1,-1 1,1 0,-1 0,1-1,0 1,0 0,0-1,0 1,0-1,0 1,0-1,0 0,0 1,1-1,-1 0,0 0,1 0,-1 0,1 0,-1 0,1 0,0-1,-1 1,1 0,2 0,3 1,-1-1,1 1,0-1,0-1,12 1,-10-1,1-1,-1-1,0 0,1 0,-1 0,9-5,-14 6,0-1,1 0,-1-1,0 1,-1-1,1 1,0-1,-1 0,1 0,-1-1,0 1,0-1,-1 0,4-5,-5 8,0 0,-1 0,1-1,-1 1,1 0,-1-1,1 1,-1-1,1 1,-1-1,0 1,0-1,0 1,0 0,0-1,0 1,-1-1,1 1,0-1,-1 1,1-1,-1 1,1 0,-1-1,0 1,1 0,-1 0,0-1,0 1,0 0,0 0,0 0,0 0,0 0,-1 0,1 1,0-1,0 0,-1 1,1-1,-1 0,1 1,0 0,-4-1,0-1,-1 1,1 0,-1 1,1-1,-1 1,0 0,1 0,-1 1,1 0,-1 0,-5 1,3 2,0 0,0 0,1 0,-1 1,1 0,0 1,0 0,1 0,0 0,0 0,0 1,1 0,-9 16,7-12,2 1,-1 0,2 0,-1 1,2-1,0 1,0 0,-1 25,4-32,0-1,0 1,0 0,1 0,0-1,0 1,1-1,0 1,0-1,4 9,-5-12,1 0,-1 0,1 0,-1 0,1 0,0 0,0 0,0 0,0 0,0-1,0 1,1-1,-1 0,0 0,1 0,-1 0,1 0,0 0,-1-1,1 1,-1-1,1 1,0-1,4-1,8-1,0-1,1 0,-1-2,-1 0,1 0,-1-1,20-12,-14 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2.3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2,'0'0,"0"0,0 0,1 0,-1 0,0 0,0 0,0 0,0 0,0 0,0 0,0 0,0 0,0 0,0 0,0 0,0 0,0 0,0 0,0 0,0 0,0 0,0 0,1 0,-1 0,0 0,0 0,0 0,0 0,0 0,0 0,0 0,0 0,0 0,0 0,0 0,0 0,0 0,0 0,0 0,0-1,0 1,0 0,0 0,0 0,0 0,0 0,0 0,0 0,0 0,0 0,0 0,0 0,0 0,0 0,0 0,5 8,4 14,0 32,-7-34,1 0,7 22,-8-37,-1 0,1-1,0 0,0 1,0-1,1 0,-1 0,1 0,0 0,0-1,1 1,-1-1,1 0,4 4,-6-6,1 1,-1-1,1 0,0 0,-1 0,1 0,0 0,0-1,-1 1,1-1,0 0,0 0,0 0,0 0,0 0,-1-1,1 1,0-1,0 1,-1-1,1 0,0 0,-1-1,1 1,-1 0,1-1,-1 0,0 1,4-5,5-5,0 0,-1-1,-1 0,12-20,-6 9,10-9,-15 18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2.6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41,'5'-5,"5"-1,2-4,3 0,-1 1</inkml:trace>
  <inkml:trace contextRef="#ctx0" brushRef="#br0" timeOffset="1">79 146,'-4'4,"-2"7,1 5,-4 4,-1 4,3 2,1 0,-2 2,4-5,4-2,5-9,3-6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3.0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77 5,'0'0,"0"0,0 0,0-1,0 1,0 0,0 0,0 0,0 0,0-1,0 1,0 0,0 0,0 0,-1 0,1-1,0 1,0 0,0 0,0 0,0 0,0 0,0-1,0 1,-1 0,1 0,0 0,0 0,0 0,0 0,0 0,-1 0,1 0,0 0,0-1,0 1,0 0,-1 0,1 0,0 0,0 0,0 0,-10 4,-7 8,12-8,0 1,0 0,1 0,0 0,0 0,0 1,1-1,-5 12,7-15,1-1,-1 1,1 0,-1 0,1-1,0 1,-1 0,1 0,0 0,0 0,1-1,-1 1,0 0,1 0,-1 0,1 0,-1-1,1 1,0 0,0-1,-1 1,1-1,1 1,-1-1,0 1,0-1,0 0,1 1,-1-1,1 0,-1 0,1 0,-1 0,4 1,10 5,0-1,0-1,0 0,21 3,-32-7,-3-1,1 0,0 0,0 1,0-1,-1 1,1 0,0-1,-1 1,1 0,-1 0,1 0,-1 0,1 0,-1 1,1-1,-1 0,0 1,0-1,0 1,0-1,0 1,0-1,0 1,-1 0,1-1,0 1,0 2,-1-1,0-1,0 1,-1-1,1 1,-1-1,1 0,-1 1,0-1,1 0,-1 1,0-1,-1 0,1 0,0 0,-1 0,1 0,-1 0,0 0,1 0,-4 1,1 2,-1-1,-1 0,1 0,-1-1,1 0,-10 4,4-4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3.4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60,'5'-4,"5"-6,7-6,3 0,0 2</inkml:trace>
  <inkml:trace contextRef="#ctx0" brushRef="#br0" timeOffset="1">106 139,'0'5,"0"5,0 6,-5 0,-1 2,0 2,2 3,0 1,2 1,6-3,1-6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3.7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65,'4'0,"6"0,6-5,4-1,4 0,2 2,1 0,0-2,1-1,-1 1,0 1,-1 2,-4-3,-6-1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7:39:54.1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96 1,'-1'3,"1"1,-1 0,0-1,0 1,0 0,-3 5,-3 11,-10 49,3-18,3 0,1 0,-2 71,4-63,6-47,0 0,0 1,1 20,3-11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2.5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1 105,'21'-2,"0"0,0-2,0 0,0-2,-1 0,21-9,-15 5,1 1,48-9,-20 4,-44 10,0 1,1 0,0 1,13-1,-23 5,-8 2,-9 3,-8-1,-69 23,83-25,0-1,1 2,-1-1,1 1,1 0,-1 1,1 0,-7 6,10-7,1 0,0-1,1 1,-1 0,1 0,0 0,0 1,0-1,1 0,0 1,0-1,0 1,1 7,-1 8,2 0,3 23,1-17,2-4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2.8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 0,'4'0,"2"5,-1 5,0 6,3 5,0 3,-1 3,-2 0,-2 1,-5 0,-4 0,-4-5,-1-2,-2-4,-1-6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3.2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7 263,'-5'0,"3"-4,7-2,7 0,6 2,4-4,3 0,2 1,1 2,1-3,-1 0,-1 1,-4 2</inkml:trace>
  <inkml:trace contextRef="#ctx0" brushRef="#br0" timeOffset="1">381 49,'0'-4,"5"-3,5 2,7 0,4 1,-1-2,0-1,2 1,-4 2</inkml:trace>
  <inkml:trace contextRef="#ctx0" brushRef="#br0" timeOffset="2">489 130,'-5'0,"-1"4,0 7,6-4,7-2,7-8,6-2,4-6,-2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3.5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 1,'0'4,"0"7,0 5,0 6,0 2,0 2,0 2,0 4,-5 2,-1 0,0-2,2-6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4.0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 0,'6'0,"0"1,0-1,0 1,0 0,0 0,0 1,-1 0,1 0,0 0,-1 1,0-1,1 1,-1 1,9 6,-12-8,1 1,-1 0,0 0,0 0,0 0,0 0,0 0,-1 0,1 0,-1 1,0-1,0 1,0-1,0 1,-1-1,1 1,-1-1,0 1,0 0,0-1,-1 1,1-1,-1 1,0-1,-2 8,1-8,1 0,-1 1,1-1,-1 0,0 0,0 0,0 0,-1 0,1 0,-1-1,0 1,1-1,-1 0,0 0,0 0,0 0,-1 0,1 0,0-1,-1 0,-6 2,7-3,1 1,-1-1,1 0,-1 0,1-1,0 1,-1 0,1-1,-1 1,1-1,0 0,-1 0,1 0,0 0,0 0,-1 0,1-1,0 1,0-1,1 0,-1 1,0-1,1 0,-1 0,1 0,-1 0,1 0,0 0,0-1,0 1,0 0,0-1,0-1,0-2,-1 1,2 0,-1-1,1 1,0-1,0 1,0-1,1 1,0-1,0 1,0 0,4-10,5-9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4.3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80,'0'-5,"4"-1,7 0,1-3,2 0,5 1,2-2,4 0,0 2,2 3,1 1,-6 7,-5 7,-6 6,-5 6,-3 2,-7 3,-3-4</inkml:trace>
  <inkml:trace contextRef="#ctx0" brushRef="#br0" timeOffset="1">53 266,'0'1,"0"0,1 0,-1 0,0-1,0 1,1 0,-1 0,0-1,1 1,-1 0,1 0,-1-1,1 1,-1 0,1-1,-1 1,1-1,0 1,-1-1,1 1,0-1,-1 1,1-1,0 0,0 1,0-1,-1 0,1 0,0 0,0 0,0 1,-1-1,1 0,0 0,0 0,0-1,0 1,1 0,34-7,-9-3,0-1,-1-1,0-2,32-21,-55 33,0 0,0 0,0 0,0 1,0 0,1 0,-1 0,1 0,6-1,-10 2,0 0,1 0,-1 0,1 0,-1 0,0 0,1 0,-1 1,1-1,-1 0,0 0,1 0,-1 0,0 1,1-1,-1 0,0 0,1 1,-1-1,0 0,0 1,1-1,-1 0,0 1,0-1,0 0,1 1,-1-1,0 0,0 2,0-1,0 1,0 0,0 0,0 0,-1 0,1 0,0 0,-1-1,0 1,1 0,-2 2,-30 52,2-7,19-24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4.7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1,'5'4,"1"6,0 7,-1 4,-2 3,-5 2,-4-3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5.1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 0,'-5'5,"-1"5,1 7,0 4,7 3,6-2,7-5,6-6,-2-9,2-4,1-3,1-4,2-1,-3-4,-2 2,-4 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5.5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0 114,'0'-5,"0"-6,5 0,5 0,6-1,5 0,-1 8,0 4,-3 6,-4 8,0 5,-3 4,-2 3,-8 1,2 1,-1-4</inkml:trace>
  <inkml:trace contextRef="#ctx0" brushRef="#br0" timeOffset="1">294 6,'0'-4,"5"2,0 7,1 7,-1 6,-2 4,3 3,2 2,-2 1,-1 0,2-9,6-12,4-12,4-6,3 0,-2-3,-6 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5.8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1,'0'4,"0"6,0 7,0 4,0 3,0 2,0 2,5-5,1-1,0-5</inkml:trace>
  <inkml:trace contextRef="#ctx0" brushRef="#br0" timeOffset="1">135 1,'5'0,"0"4,1 11,-1 7,-2 5,-6 2,-1 1,-6-1,-1-4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6.2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67,'0'-4,"0"-7,4-1,2-3,5 1,-1 3</inkml:trace>
  <inkml:trace contextRef="#ctx0" brushRef="#br0" timeOffset="1">28 95,'0'4,"4"2,7-1,5-5,1-7,1-3,-2 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6.6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 0,'-1'9,"0"0,-1-1,0 1,0-1,-5 11,0 2,-13 22,19-41,3-6,6-10,-5 9,0 1,0-1,0 1,0 0,1 0,-1 0,1 1,8-7,-10 9,0 0,-1 0,1 0,0 1,0-1,0 1,0-1,0 1,0-1,0 1,0 0,0 0,0 0,0 0,0 0,0 1,0-1,0 1,0-1,0 1,0 0,0-1,-1 1,1 0,0 0,2 2,11 8,-1-1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7.0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43,'5'-5,"1"1,0 0,0 1,0 0,0 0,1 0,0 1,8-3,-3 1,-7 3,-1-1,0 1,1 0,-1 0,0 1,1-1,-1 1,1 0,6 1,-10-1,0 1,0-1,1 0,-1 1,0-1,0 1,0 0,0-1,0 1,0 0,0 0,0-1,0 1,0 0,0 0,0 0,-1 0,1 0,0 1,-1-1,1 0,-1 0,1 0,-1 0,1 1,-1-1,0 0,0 1,0-1,0 0,0 0,0 1,0-1,0 0,0 0,0 1,-1 1,-3 10,0 0,0-1,-1 1,-1-1,0 0,-1-1,0 1,0-1,-11 10,-22 39,43-64,-1 1,1 0,0 0,-1 0,1 0,1 0,-1 1,0-1,1 1,-1 0,1 0,0 0,-1 0,7-1,-7 2,0 0,1 0,-1 0,0 1,1-1,-1 1,1 0,-1 0,1 0,-1 1,1-1,-1 1,1-1,-1 1,0 0,1 1,-1-1,3 2,7 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7.4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0 241,'0'-4,"5"-3,1-3,5-1,4-3,5 2,3-3,2 2,-3-2,0-3,-5 3</inkml:trace>
  <inkml:trace contextRef="#ctx0" brushRef="#br0" timeOffset="1">214 0,'0'5,"0"5,0 6,0 5,-4-1,-2 0,0 2,2 1,1 2,1 1,1 0,0 1,1-5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7.8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53 0,'0'1,"1"0,0-1,-1 1,1 0,0-1,0 1,-1-1,1 1,0-1,0 1,0-1,0 1,0-1,0 0,-1 0,1 1,0-1,0 0,0 0,0 0,0 0,1 0,9 2,-7-1,0 0,-1 1,1 0,-1 0,0 0,0 0,0 0,0 0,0 1,0 0,0 0,-1-1,0 1,1 1,-1-1,0 0,2 7,-3-7,0 0,0 1,-1-1,1 1,-1-1,0 1,0-1,-1 1,1-1,0 1,-1-1,0 0,0 1,0-1,-1 0,1 0,-1 1,1-1,-5 4,3-2,-1-1,1 0,-1 0,-1 0,1 0,0-1,-1 1,0-1,0 0,0-1,0 1,0-1,-6 2,9-4,0 1,1-1,-1 1,0-1,0 0,0 0,1 0,-1 0,0 0,0 0,0 0,1 0,-1-1,0 1,0-1,1 1,-1-1,0 0,1 0,-1 0,1 0,-1 0,1 0,-1 0,1 0,0 0,0-1,-1 1,1-1,0 1,0-1,0 1,1-1,-1 1,0-1,0 0,1 1,-1-1,1 0,0 0,0 0,-1 1,1-4,0-3,0 1,0 0,1 0,0 0,0 0,1 0,0 0,0 0,5-9,4-9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8.14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1 105,'5'-1,"1"0,-1 0,1-1,-1 0,1 0,-1 0,0-1,0 1,0-1,0-1,8-6,22-13,-14 12,-7 3,-1 1,1 1,20-7,-31 12,0 1,0-1,0 0,0 1,0-1,0 1,0 0,0 0,0 0,0 1,1-1,-1 1,0-1,0 1,0 0,-1 0,1 1,0-1,0 1,-1-1,1 1,3 2,-5-2,1-1,-1 1,0-1,1 1,-1 0,0-1,0 1,0 0,0 0,0 0,-1 0,1 0,0 0,-1 0,0 0,1 0,-1 4,0-2,-1 0,1-1,-1 1,0-1,0 1,-1-1,1 1,0-1,-4 5,-1 1,0-1,0 0,-1 0,0-1,0 1,-13 8,-8 3,16-12,2 0,-1 1,1 0,-17 17,25-23,0 1,0-1,0 1,1 0,-1 0,1 0,-1-1,1 1,0 1,0-1,0 0,1 0,-1 0,1 0,0 0,0 1,0-1,0 0,0 0,1 0,-1 1,1-1,0 0,2 5,-2-6,0 0,0 0,0-1,0 1,0 0,1-1,-1 1,0-1,1 1,-1-1,1 0,0 1,-1-1,1 0,0 0,0 0,0-1,-1 1,1 0,0-1,0 1,0-1,0 0,0 1,0-1,3 0,1-1,1 1,-1-1,0 0,1 0,-1-1,12-4,6-5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3:18.52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6,'5'-4,"1"2,0 7,-2 7,0 6,-2 4,-1 4,0 1,-1 1,-1 0,1-1,-5 1,-1-1,0 1,1-1,2-1,0 1,2-5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5.3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112 1,'-2'0,"0"0,1 0,-1 1,0-1,1 1,-1 0,1-1,-1 1,1 0,-1 0,1 0,-1 0,1 0,0 0,0 1,-2 1,-18 26,16-22,-9 17,1 0,-15 41,24-50,11-21,12-23,-3-4,6-10,-20 40,-1 0,1 1,1-1,-1 0,0 1,1 0,-1-1,1 1,0 0,0 0,3-1,-5 2,0 1,1-1,-1 1,1 0,-1 0,1-1,-1 1,1 0,0 0,-1 0,1 1,-1-1,1 0,-1 1,1-1,-1 0,0 1,1 0,-1-1,1 1,-1 0,0 0,0 0,1 0,-1 0,0 0,0 0,0 0,0 0,0 0,0 1,1 2,1 1,0 1,0 0,0 0,-1 0,1 0,1 9,-1 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5.8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59,'21'-2,"-1"0,0-1,0-1,0-2,26-9,42-11,-88 26,1 0,0 0,-1 0,1-1,0 1,-1 0,1 0,0 0,0 0,-1 0,1 0,0 0,-1 1,1-1,0 0,-1 0,1 0,0 1,0 0,-1-1,0 0,1 1,-1-1,0 0,0 1,0-1,0 1,0-1,0 0,0 1,0-1,0 1,0-1,0 0,0 1,-1-1,1 1,0-1,0 0,0 1,-1-1,1 0,0 1,-1-1,-23 29,15-20,5-2,0 1,0 0,1 0,0 0,0 0,1 0,0 1,0-1,1 1,0-1,0 17,1-2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6.2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73,'1'-2,"-1"0,1 0,0-1,-1 1,1 0,0 0,1 0,-1 0,0 0,0 0,1 1,-1-1,1 0,0 1,-1-1,3-1,31-20,-31 20,1 1,-1 0,1 0,0 1,0-1,-1 1,1 0,0 1,0-1,0 1,0 0,0 0,0 0,0 1,6 1,-8-1,0 0,0 0,-1 0,1 1,-1-1,1 1,-1-1,1 1,-1 0,0 0,0 0,0 0,0 1,0-1,-1 0,1 1,-1-1,1 1,-1 0,0-1,0 1,0 0,0 0,-1 0,1 0,-1 5,1-5,-1 0,0 0,-1 0,1 0,0 0,-1 0,0 0,0 0,0 0,0 0,0 0,0 0,-1-1,1 1,-1-1,0 1,0-1,0 1,0-1,0 0,-1 0,1 0,-1 0,1-1,-4 3,3-3,1 0,0 0,-1 0,0 0,1 0,-1 0,1-1,-1 1,0-1,1 0,-1 0,0 0,1 0,-1 0,0-1,1 1,-1-1,0 1,1-1,-1 0,1 0,-1-1,1 1,0 0,-1-1,1 1,0-1,-3-2,-8-12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6.6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1,'5'0,"5"0,6 0,5 0,-1 0</inkml:trace>
  <inkml:trace contextRef="#ctx0" brushRef="#br0" timeOffset="1">107 134,'4'-4,"7"-3,5-3,5-5,-1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7.01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45 0,'0'5,"0"6,0 5,0 5,-4-1,-3 1,2 0,0 3,1 0,2 2,-3-5,-1 0,0-4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7.4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25 1,'0'0,"0"1,1-1,-1 0,0 1,1-1,-1 0,0 0,1 1,-1-1,1 0,-1 0,1 0,-1 0,1 0,-1 1,1-1,-1 0,0 0,1 0,-1 0,1 0,-1 0,1-1,-1 1,1 0,-1 0,1 0,33-1,-5 1,-27 0,1 0,-1 0,1 0,-1 1,1-1,-1 1,0 0,1-1,-1 1,0 0,1 1,-1-1,0 0,0 0,0 1,3 2,-4-2,0-1,0 1,0-1,0 1,-1 0,1-1,0 1,-1 0,1 0,-1-1,0 1,0 0,1 0,-1-1,0 1,0 0,-1 0,1 2,-1 0,-1 1,1-1,-1 1,0-1,0 0,0 1,-1-1,1 0,-1-1,0 1,0 0,-1-1,1 1,-1-1,1 0,-6 3,-15 6,15-7,0 0,0 0,0 0,0 1,-7 8,15-13,-1 0,1 0,0 1,-1-1,1 1,0 0,0-1,0 1,1 0,-1-1,0 1,1 0,-1 0,1 0,-1-1,1 1,0 0,0 0,0 0,0 0,0 0,0 0,0 0,1-1,-1 1,1 0,-1 0,1 0,0-1,0 1,0 0,0-1,1 3,0-2,0 0,0 1,1-1,-1-1,1 1,-1 0,1 0,0-1,-1 0,1 1,0-1,0 0,0 0,0-1,0 1,0-1,0 1,0-1,1 0,-1 0,0 0,0-1,0 1,5-2,0 0,-1 1,1-2,-1 1,0-1,0 0,0 0,0-1,12-8,-5-1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7.7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43,'8'-1,"1"0,-1-1,1 0,-1 0,11-5,2 0,2-1,-16 5,0 1,0 0,0 0,0 1,9-1,-13 2,-1 0,1 0,0 0,0 1,-1-1,1 1,0 0,-1 0,1 0,-1 0,1 0,-1 1,0-1,1 1,-1 0,0-1,3 4,-1 0,0 0,0 0,-1 1,1-1,-1 1,-1 0,1 0,-1 0,0 0,0 0,-1 0,0 0,0 1,0-1,-1 1,0-1,0 0,0 1,-1-1,0 0,-4 12,-1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8.1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50 1,'0'4,"0"7,0 5,0 5,0 4,0 1,0 2,0-1,0-3</inkml:trace>
  <inkml:trace contextRef="#ctx0" brushRef="#br0" timeOffset="1">23 214,'-5'5,"-5"1,2 0,9-1,7-2,8-5,5-3,4-1,2-3,1 0,0 1,-4 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8.5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11 0,'1'84,"-2"94,0-174,0 1,0-1,0 0,0 1,-3 5,3-9,8-17,-4 9,1 0,0 1,1-1,-1 1,1 0,0 1,1-1,-1 1,12-8,2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8.9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48,'0'5,"5"-4,5-1,7-6,4-2,3-3,2-1,2 3,0 2,-5 7,-6 8,-6 7,-5 6,-7 3,-5 3,0 1,-4-4,-1-7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9.4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73,'0'4,"5"2,5-4,7-4,4 0,3-6,2 0,2 0,0-2,0 0,0 2,-1 3,0-3,0 0,-5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39.7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81,'0'5,"0"5,0 7,0 4,0 3,0 3,4 0,2-4</inkml:trace>
  <inkml:trace contextRef="#ctx0" brushRef="#br0" timeOffset="1">187 1,'5'4,"1"7,0 6,-1 4,-2 3,-1 3,-1 0,-5 1,-2 0,0-5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40.10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48,'0'-4,"4"-2,7 1,1-4,3-1,3 2,0 2</inkml:trace>
  <inkml:trace contextRef="#ctx0" brushRef="#br0" timeOffset="1">81 103,'0'4,"-4"2,2 0,7-2,7-1,1-5,3-3,3 0,-1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40.5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96 1,'-4'6,"0"0,0 1,0-1,0 1,1 0,-4 14,-9 17,-33 68,56-122,1 0,1 0,1 1,0 0,1 1,23-25,-32 38,0-1,0 1,0 0,0 0,0 0,0 0,0 0,1 0,-1 0,0 1,0-1,1 1,-1-1,0 1,1 0,-1 0,0 0,1 0,-1 1,0-1,1 1,-1-1,0 1,0 0,0 0,0 0,1 0,-1 0,0 0,-1 1,3 1,6 5,-2 0,0 1,0 0,13 18,-12-14,5 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40.9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12,'-1'2,"1"-1,0 1,0 0,1-1,-1 1,0 0,0-1,1 1,-1-1,1 1,-1-1,1 1,0-1,0 1,0-1,0 1,0-1,0 0,0 0,0 1,0-1,0 0,1 0,-1 0,0 0,1 0,-1-1,1 1,-1 0,1-1,-1 1,1-1,0 1,-1-1,1 0,0 0,-1 0,1 0,0 0,-1 0,1 0,2-1,9-1,1 0,-1-2,0 1,16-8,-11 5,2-2,-15 5,0 1,0-1,1 1,-1 1,1-1,-1 1,1 0,-1 0,1 1,0-1,0 1,5 1,-10 0,-1-1,1 1,-1-1,1 1,-1 0,1-1,-1 1,0 0,1-1,-1 1,0 0,0-1,1 1,-1 0,0 0,0-1,0 1,0 0,0 0,0 0,0-1,0 1,0 0,0 0,-1-1,1 1,0 0,0 0,-1-1,0 2,-12 30,11-25,-31 72,26-55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0.2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73,'5'0,"5"0,7-5,4-1,3 0,-2-3,-1-1,1 2,2 2,5-2,2 0,-4 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0.65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48,'5'0,"6"0,0-4,4-2,4 0,-2-3,1 0,2 1,-2 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1.0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55 1,'-4'4,"1"0,-1 1,1-1,1 1,-1 0,1 0,-4 10,-10 38,15-50,-2 8,1 1,0 0,0-1,1 1,1 0,0 0,1 0,0 0,0 0,1-1,1 1,0-1,1 1,0-1,1 0,5 10,-8-17,1-1,-1 0,0-1,1 1,-1 0,1-1,0 1,0-1,0 0,0 0,1 0,-1-1,0 1,1-1,-1 1,1-1,-1 0,1-1,0 1,-1-1,1 1,0-1,4-1,0 1,0-1,0 0,0-1,-1 0,1 0,0-1,-1 0,0 0,12-7,-1-2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1.4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0 134,'5'0,"6"0,5-4,5-2,-1-4,0-1,-2-2,-5 0</inkml:trace>
  <inkml:trace contextRef="#ctx0" brushRef="#br0" timeOffset="1">161 1,'0'4,"0"11,0 8,-5-1,0 1,-1 1,2 1,0 1,2 0,6-4,1-6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1.7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1,'0'4,"0"7,0 5,0 5,0 3,0 2,0 2,0 0,0 0,0-1,0 1,0-5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2.18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19 136,'0'-2,"0"0,0 0,0 1,0-1,1 0,-1 0,0 0,1 1,-1-1,1 0,0 0,0 1,-1-1,1 1,0-1,0 1,1-1,-1 1,0-1,0 1,1 0,-1 0,1 0,-1 0,1 0,-1 0,1 0,0 0,-1 1,1-1,0 0,0 1,-1 0,1-1,0 1,0 0,0 0,2 0,-1 0,-1 1,1-1,-1 0,1 1,-1 0,1 0,-1-1,0 1,1 1,-1-1,0 0,0 0,0 1,0 0,0-1,0 1,0 0,-1 0,1 0,0 0,-1 0,0 0,0 0,1 0,-1 1,0-1,-1 0,2 4,-2 0,1 0,-1 0,0 1,-1-1,0 0,0 0,0 0,-1 0,0 0,0-1,0 1,-5 9,5-12,0 0,0 0,-1 0,1 0,-1 0,1 0,-1 0,0-1,-5 4,6-5,0 0,0 0,0 0,0 0,0-1,0 1,0-1,0 1,0-1,0 0,-1 0,1 0,0 0,0 0,0 0,0 0,0-1,-2 0,2 0,0 1,0-1,1 0,-1 0,0 0,1 0,-1 0,1-1,-1 1,1 0,0-1,-1 1,1-1,0 1,0-1,0 1,0-1,1 0,-1 0,0 1,1-1,-1 0,1 0,-1 0,1 0,0 0,0-2,1-16</inkml:trace>
  <inkml:trace contextRef="#ctx0" brushRef="#br0" timeOffset="1">259 1,'4'0,"2"5,-4 5,-4 7,0 9,-1 4,1 2,0 0,1 0,-4-7,-1-2,0-6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2.58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17 29,'1'-2,"-1"1,0 0,1-1,-1 1,1 0,-1 0,1-1,-1 1,1 0,0 0,0 0,0 0,0 0,0 0,-1 0,2 0,-1 0,0 0,0 1,0-1,0 0,0 1,1-1,-1 1,0-1,1 1,-1 0,0-1,1 1,-1 0,2 0,1-1,1 1,0-1,-1 1,1 0,0 0,-1 1,8 1,-10-1,0-1,0 1,0 0,0 0,0-1,0 1,0 1,0-1,-1 0,1 0,-1 1,1-1,-1 1,1-1,-1 1,0 0,0-1,0 1,0 0,0 0,0 0,0 0,0 0,-1 0,1 0,-1 0,0 0,1 3,-1-3,-1 1,1 0,-1 0,1-1,-1 1,0-1,0 1,0 0,0-1,0 0,-1 1,1-1,-1 0,0 0,1 1,-1-1,0-1,0 1,0 0,-1 0,-1 1,-19 9,13-7,0 1,0 0,1 0,-12 10,20-15,-1 1,1-1,0 1,-1-1,1 1,0-1,0 1,0 0,0-1,0 1,0 0,1 0,-1 0,1 0,-1-1,1 1,0 0,-1 0,1 0,0 0,0 0,0 0,1 0,-1 0,0 0,1 0,-1 0,1 0,0-1,1 4,-1-4,0 1,0-1,0 1,1-1,-1 1,0-1,1 1,-1-1,1 0,-1 0,1 0,0 0,0 0,-1 0,1-1,0 1,0 0,0-1,0 0,0 1,-1-1,4 0,0 0,-1 0,0 0,0-1,0 1,0-1,0 0,0-1,0 1,6-3,6-6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3.03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41,'4'-4,"1"0,-1 0,1 0,0 1,0 0,0 0,1 0,-1 1,1-1,-1 1,1 1,10-3,-13 4,0-1,-1 1,1 0,0 0,0 1,-1-1,1 1,0-1,0 1,-1 0,1 0,-1 0,1 0,-1 0,1 1,-1-1,0 1,1 0,-1-1,0 1,0 0,0 0,-1 0,1 1,0-1,-1 0,0 1,3 4,-3-5,0 0,0 1,-1-1,1 0,0 1,-1-1,0 0,1 1,-1-1,0 1,0-1,0 1,-1-1,1 0,-1 1,1-1,-1 0,0 1,0-1,0 0,0 0,0 0,0 1,-1-1,1 0,-3 2,-5 4,1 0,-2 0,1-1,-16 9,16-10,0 0,1 0,-12 11,18-15,1 0,-1-1,1 1,0 0,-1 0,1 0,0 0,0 0,0 0,0 0,1 0,-1 1,1-1,-1 0,1 0,0 1,0-1,-1 0,2 1,-1-1,0 0,0 0,1 1,-1-1,1 0,1 3,-1-3,1 0,-1 0,0-1,1 1,-1 0,1-1,0 0,-1 1,1-1,0 0,0 0,0 0,0 0,0 0,0 0,0 0,0-1,1 1,-1-1,0 0,0 1,0-1,1 0,-1 0,0-1,0 1,3-1,17-5,-3-4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3.3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0 134,'0'-4,"5"-2,5 0,7-3,4 0,-1 1</inkml:trace>
  <inkml:trace contextRef="#ctx0" brushRef="#br0" timeOffset="1">161 1,'0'4,"0"7,0 5,-5 5,0 3,-1 3,1 0,-2 1,-2 0,3 0,0-1,3-4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4.0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1,'0'28,"-1"-13,1 0,0 0,1 0,1 0,7 28,-9-42,0 0,1 0,-1 0,0 0,1 0,-1-1,1 1,-1 0,1 0,-1 0,1-1,-1 1,1 0,0-1,0 1,-1 0,1-1,0 1,0-1,0 1,-1-1,1 1,2-1,-1 0,-1 0,0 0,1 0,-1 0,1 0,-1-1,0 1,1-1,-1 1,0-1,1 1,-1-1,0 0,2-1,6-5,-1 0,0-1,11-13,-12 12,21-25,-15 17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4.5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46 1,'-4'4,"-7"7,0 5,0 5,3 3,8-2,7-5,8-1,6-3,3 1,-6 2,-11 3,-12 4,-9-4,-6-8,-1-7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5.6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0,'296'0,"-278"3,-18-2,1-1,-1 0,0 0,0 1,0-1,0 0,0 0,-1 1,1-1,0 0,0 0,0 1,0-1,0 0,0 0,0 1,0-1,0 0,-1 0,1 0,0 1,0-1,0 0,-1 0,1 0,0 1,0-1,0 0,-1 0,1 0,0 0,0 0,-1 0,1 0,0 1,-34 14,19-10,1 2,-1-1,-21 15,30-17,0 1,1 0,-1 0,1 0,0 0,1 1,-1 0,1 0,0 0,-3 8,4-7,0-2,0 0,1 0,0 0,0 1,0-1,1 1,0-1,-1 11,3 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6.0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214 1,'0'4,"0"7,0 5,0 5,0 3,0 3,-5 0,-1-4</inkml:trace>
  <inkml:trace contextRef="#ctx0" brushRef="#br0" timeOffset="1">0 214,'5'0,"1"-4,4-3,6 2,3 0,4 1,3-2,0-1,2 1,-1 2,1 1,-1 1,1 1,-6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6.51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79,'31'-2,"-1"-2,1-1,-1-1,30-10,0 0,-20 4,-27 8,0 0,0 1,0 0,19-1,-32 5,0-1,0 0,-1 0,1 0,0 0,0 0,0 1,-1-1,1 0,0 0,0 0,0 1,0-1,0 0,0 0,0 1,-1-1,1 0,0 0,0 1,0-1,0 0,0 0,0 1,0-1,0 0,0 0,0 1,0-1,1 0,-1 0,0 0,0 1,0-1,0 0,0 0,0 1,0-1,1 0,-1 0,0 0,0 1,0-1,0 0,1 0,-1 0,0 0,0 0,1 0,-1 1,0-1,0 0,0 0,1 0,-1 0,0 0,0 0,1 0,-1 0,0 0,0 0,1 0,-1 0,0 0,1 0,-24 19,14-11,4-2,0 0,0 0,1 0,0 1,0 0,0 0,-2 7,5-11,-1 1,1-1,0 0,1 0,-1 1,0-1,1 0,0 1,0-1,0 1,0-1,0 0,1 1,-1-1,1 0,0 1,0-1,2 4,3-1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6.9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70,'0'-2,"1"1,-1-1,0 1,1-1,0 0,-1 1,1-1,0 1,0 0,-1-1,1 1,0 0,0-1,1 1,-1 0,2-2,25-17,-19 15,-6 2,0 1,1 0,-1 0,1 1,-1-1,1 1,0-1,0 1,0 0,-1 1,1-1,0 1,0 0,7 0,-9 0,0 1,1 0,-1-1,0 1,0 0,0 0,0 0,0 0,0 1,0-1,0 0,0 1,-1-1,1 1,-1 0,1 0,-1 0,1-1,-1 1,0 0,0 1,0-1,0 0,0 0,-1 0,1 3,0-1,0-1,0 1,0 0,-1-1,0 1,0-1,0 1,0 0,0-1,-1 1,1 0,-1-1,0 1,0-1,-1 0,1 1,-1-1,1 0,-1 0,-3 4,-2 1,-1 0,0 0,0-1,-1 0,-11 7,12-10,1 1,0 0,0 0,1 0,-1 1,1 0,1 1,-1-1,-7 14,12-19,0 0,1 1,-1-1,1 1,-1-1,1 0,0 1,0-1,-1 1,1-1,0 1,0-1,0 1,1-1,-1 1,0-1,0 1,1-1,-1 1,1-1,-1 0,1 1,0-1,0 0,-1 1,1-1,0 0,0 0,0 0,0 0,0 0,1 0,-1 0,0 0,0 0,1-1,-1 1,0 0,1-1,-1 1,3 0,2 1,1 0,-1-1,1 0,0 0,-1 0,1 0,13-2,-9-1,0 0,1 0,10-5,3-2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7.3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 1,'0'5,"0"5,0 6,0 5,-4-1,-2 0,0 2,2 1,1 2,1 0,1 2,0-5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7.7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28,'2'0,"0"-1,0 1,0-1,0 1,0-1,0 0,0 0,3-2,11-5,-8 5,1 2,-1-1,1 1,-1 0,1 1,0 0,-1 0,1 1,12 2,-18-2,-1-1,1 1,-1 0,0-1,1 1,-1 0,0 0,0 1,1-1,-1 0,0 1,0-1,-1 1,1 0,0-1,0 1,-1 0,1 0,-1 0,0 0,1 1,-1-1,0 0,0 0,-1 1,1-1,0 1,-1-1,1 1,-1-1,0 1,0-1,0 1,0-1,0 1,-1-1,0 3,0-1,-1 1,1-1,-1 0,0 0,0 1,0-1,-1-1,0 1,1 0,-1-1,0 1,-1-1,1 0,-1 0,1 0,-8 4,8-6,1 1,-1-1,0 1,0-1,1 0,-1 0,0 0,0-1,0 1,0-1,0 0,0 1,0-1,0 0,0-1,0 1,0-1,0 1,0-1,0 0,0 0,0 0,0 0,1-1,-1 1,-3-3,4 2,1 1,-1-1,1 0,0 1,-1-1,1 0,0 0,0 1,0-1,0 0,1 0,-1 0,0 0,1-1,-1 1,1 0,0 0,0-3,0 1,0 0,1 0,-1 0,1 0,0 0,0 0,0 0,4-6,5-7</inkml:trace>
  <inkml:trace contextRef="#ctx0" brushRef="#br0" timeOffset="1">242 1,'4'0,"7"0,5 0,5 0,-1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1:58.0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55 55,'-5'0,"-1"4,0 7,1 5,-3 5,0 3,2 2,1 2,2 0,1-5</inkml:trace>
  <inkml:trace contextRef="#ctx0" brushRef="#br0" timeOffset="1">188 0,'-5'5,"-1"6,0 5,2 5,0 4,-2 1,-1 2,1-1,1 1,2 0,-3-5,-1-2,1 0,1 1,2 2,1-4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4.16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49 0,'0'5,"0"6,0 5,0 5,0 4,-5 1,-1 2,0-1,2 1,0 0,-2-1,-1 0,1 1,1-6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4.5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39 1,'0'4,"0"7,0 5,0 6,0 2,-5 2,-1 2,0-1,1 1,-3-5,0-6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4.8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54,'0'-5,"4"-1,2-5,5 0,4 2,5 2,-1 3</inkml:trace>
  <inkml:trace contextRef="#ctx0" brushRef="#br0" timeOffset="1">55 79,'0'5,"-4"1,-3 5,6 0,7-2,7-7,6-4,-1-1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5.26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1 107,'4'0,"3"-4,3-2,5-4,0-1</inkml:trace>
  <inkml:trace contextRef="#ctx0" brushRef="#br0" timeOffset="1">134 1,'0'5,"-4"1,-2 4,0 5,2 5,1 3,-4 2,0 2,1 0,1-4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5.60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44 6,'0'-4,"0"2,0 7,0 6,0 7,-4 4,-2 3,0 2,1 1,2 0,-4-4,0-3,1-4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5.9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1 312,'0'5,"0"-4,4-1,7-1,5-5,5-1,3 4,-2 9,-5 6,-5 7,-5 4,-4 3,-2-3</inkml:trace>
  <inkml:trace contextRef="#ctx0" brushRef="#br0" timeOffset="1">348 71,'0'-4,"5"-3,5-3,7 0,4 1,-1-3,0 2,-3 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6.34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42,'0'4,"5"-2,5-3,7-4,4-3,3-3,2-1,-3 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6.7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 0,'-3'3,"1"0,0 1,0-1,0 1,0-1,0 1,1 0,0 0,0 0,0-1,-1 6,-2 47,4-40,-1-7,1 0,0 0,1 0,0 0,0 0,1-1,0 1,4 9,-4-14,0 0,0-1,0 1,0-1,0 1,1-1,-1 0,1 0,0 0,0 0,0-1,1 1,-1-1,1 0,-1 0,1 0,0 0,-1-1,9 3,-5-2,0-1,1 0,-1 0,1-1,-1 0,1 0,-1-1,1 0,8-2,3-2,0-1,21-10,-16 6</inkml:trace>
  <inkml:trace contextRef="#ctx0" brushRef="#br0" timeOffset="1">348 80,'5'0,"5"0,2-4,3-2,4 1,2 0,4 2,-4-4,0 0,0-4,-3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7.0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55 1,'0'4,"0"7,0 5,-4 1,-2 1,0 3,2 2,1 1,-4 2,0 1,0 0,3 0,0 0,3 0,0-4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19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7,'0'4,"5"-2,6-3,5 0,5 0,3 0,3 0,0 0,1 1,0-5,0 3,-6 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0.3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22,'0'5,"5"1,6-1,5-5,5-2,3-2,3 1,-4-5,-1 0,0 1,-4 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0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57 1,'0'0,"0"1,0 0,1 0,-1-1,0 1,0 0,1-1,-1 1,0 0,1-1,-1 1,1-1,-1 1,0-1,1 1,-1-1,1 1,0-1,-1 1,1-1,-1 0,2 1,19 8,-5-2,-14-6,-1-1,0 1,1 0,-1 1,0-1,0 0,1 0,-1 1,0-1,0 0,-1 1,1-1,0 1,0-1,-1 1,1-1,-1 1,1 0,-1-1,0 1,0 0,1-1,-1 1,0 0,-1-1,1 4,-1-2,0 0,0 0,-1 0,1 0,-1 0,1 0,-1 0,0-1,0 1,0-1,0 1,-1-1,-3 3,4-3,-1 0,0 0,0 0,0-1,0 1,0-1,0 1,0-1,-1 0,1 0,0-1,-7 1,8-1,0 0,0 0,1 0,-1 0,0-1,0 1,1-1,-1 1,0-1,1 0,-1 0,1 0,-1 0,1 0,-1 0,1 0,0 0,-1 0,1-1,0 1,0 0,0-1,0 1,0-1,-1-2,0-1,0 0,1 0,0 0,0 0,0 0,0-1,1 1,0 0,0 0,0 0,1-1,0-4,5-14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1.0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13 0,'0'4,"0"7,0 5,0 5,0 3,0 3,-5 0,-1 1,5-4,2-12,6-7,7-9,4-4,0-5,2 0,-3 1</inkml:trace>
  <inkml:trace contextRef="#ctx0" brushRef="#br0" timeOffset="1">227 0,'0'4,"-5"7,-1 5,1 5,0 3,2 3,1 0,-4-3,0-3,0 1,1-4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1.4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43 21,'0'-1,"0"0,1 0,-1 0,0 0,1 0,-1 0,1 0,-1 0,1 1,0-1,-1 0,1 0,0 0,-1 0,1 1,0-1,0 0,0 1,0-1,-1 1,1-1,0 1,0-1,0 1,0 0,0-1,1 1,-1 0,0 0,0 0,0 0,0 0,0 0,0 0,0 0,2 0,0 0,0 0,1 1,-1-1,1 1,-1 0,0-1,1 1,-1 1,0-1,3 2,-4-1,0-1,-1 1,1-1,-1 1,1 0,-1 0,0 0,0 0,0 0,0 0,0 0,0 0,0 0,-1 0,1 1,-1-1,0 0,1 0,-1 1,0-1,0 0,-1 0,1 1,0-1,-1 0,1 0,-1 0,0 1,0-1,0 0,0 0,0 0,0 0,0-1,-3 4,2-2,0 0,0-1,-1 1,1 0,-1-1,1 0,-1 1,0-1,0 0,0 0,0-1,0 1,0-1,-1 1,1-1,0 0,-1 0,1-1,-1 1,1-1,-1 0,-4 0,5 0,1 0,0-1,0 1,0-1,0 0,0 0,0 0,0 0,0 0,0 0,0-1,1 1,-1 0,0-1,1 0,-1 1,1-1,0 0,0 0,-1 1,1-1,0 0,1 0,-1 0,-1-3,1 1,1-1,-1 1,1-1,-1 1,1-1,1 1,-1-1,1 1,-1-1,1 1,3-6,5-14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1.8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22 42,'1'-1,"-1"-1,1 1,-1-1,1 1,-1-1,1 1,0 0,0-1,0 1,0 0,0 0,0-1,0 1,0 0,1 0,-1 0,0 1,1-1,1-1,29-12,-29 13,-1 1,0-1,1 1,-1 0,0-1,1 1,-1 0,0 0,1 1,-1-1,0 0,1 1,-1-1,0 1,0 0,1 0,-1 0,0 0,0 0,0 0,0 1,0-1,0 1,-1-1,1 1,0 0,-1-1,1 1,-1 0,0 0,2 4,-2-3,0 0,0 0,0 0,-1 0,1 0,-1 0,1 0,-1 0,0 0,-1 0,1 0,0 0,-1 0,0 0,0 0,0 0,0-1,0 1,0 0,-1 0,1-1,-1 1,0-1,-3 4,-1 0,0-1,0 0,-1-1,1 0,-1 0,-13 6,11-6,1 0,-1 1,1 0,-8 7,14-11,0 1,1-1,-1 1,1 0,0-1,-1 1,1 0,0 0,0 0,0 0,0 0,1 0,-1 0,0 0,1 0,-1 0,1 0,0 1,0-1,0 0,0 0,0 0,0 0,1 1,-1-1,1 0,-1 0,1 0,0 0,0 0,0 0,1 2,0-1,0-1,0 1,0-1,0 1,0-1,1 0,-1 0,1 0,-1 0,1 0,0 0,0-1,-1 0,1 1,0-1,1 0,-1 0,0-1,0 1,0-1,5 1,-1-2,0 1,0-2,0 1,-1-1,13-4,5-4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2.16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39,'0'-5,"5"-1,5 0,7 1,4-3,-1 0</inkml:trace>
  <inkml:trace contextRef="#ctx0" brushRef="#br0" timeOffset="1">28 118,'0'4,"5"2,1-4,4-4,6-5,3-1,0-5,-4 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2.52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45 1,'0'4,"0"7,0 6,0 4,-5 3,-1 3,0 0,1 1,2 0,1-1,1 1,-4-6,-1-1,1-4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22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 51,'7'-6,"1"0,0 1,0 0,0 1,1-1,-1 2,1-1,0 1,0 1,0-1,1 1,-1 1,10-1,-17 2,1 0,-1 0,1 0,-1 0,0 1,1-1,-1 0,0 1,0 0,1-1,-1 1,0 0,0 0,0 1,3 1,-4-2,0 0,0 0,0 1,0-1,0 0,0 1,0-1,0 1,-1-1,1 1,0-1,-1 1,0-1,1 1,-1 0,0-1,0 3,0 0,0 0,-1 0,0 0,1 0,-2 0,1 0,0-1,-1 1,1 0,-1-1,0 1,-1-1,1 0,0 0,-1 0,-5 6,-3-2,0 0,0 0,0-1,-14 6,11-6,0 1,1 0,-13 10,22-15,1 1,0 0,0-1,0 1,1 1,-1-1,1 0,-1 1,1-1,0 1,0 0,1-1,-1 1,1 0,-2 7,3-10,0 1,0 0,0 0,0-1,0 1,0 0,0-1,0 1,1 0,-1 0,1-1,-1 1,1-1,0 1,0-1,-1 1,1-1,0 1,0-1,1 0,-1 1,0-1,0 0,1 0,-1 0,0 0,1 0,-1 0,1 0,0 0,-1-1,1 1,-1-1,1 1,2-1,6 3,0-1,0-1,0 0,15 0,-25-1,24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0.5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65,'6'-1,"-1"0,1 0,-1-1,1 1,-1-1,0-1,0 1,6-4,13-6,1 1,-17 8,0-1,0 1,0 0,1 0,-1 1,1 0,12 0,-20 2,0 0,1 0,-1 0,0 0,1 0,-1 0,0 1,1-1,-1 1,0-1,0 1,1-1,-1 1,0 0,0-1,0 1,0 0,0 0,0 0,0 0,0 0,0 0,1 2,-1 0,0-1,-1 1,1-1,0 1,-1-1,0 1,1 0,-1-1,0 1,0-1,-1 5,-2 5,0 0,0 0,-10 23,-62 140,84-194,16-28,-21 41,0-1,0 1,0 0,1 1,0-1,0 1,1 0,0 0,8-5,-12 9,0 0,0 0,0 0,0 1,0-1,-1 1,1 0,0-1,0 1,0 0,0 0,0 0,0 0,0 1,0-1,0 1,0-1,0 1,0-1,2 2,2 2,0-1,-1 1,1 0,7 8,-11-10,11 10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0.9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0 187,'5'0,"1"-5,4-1,5-5,4 1,5-4,1 2,-3 1</inkml:trace>
  <inkml:trace contextRef="#ctx0" brushRef="#br0" timeOffset="1">214 0,'-4'4,"-3"7,1 5,2 5,0 3,2 2,1 2,1 0,0 0,-5-5,-1-6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1.3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0,'1'5,"3"1,6 0,2-6,3-3,4-1,2 1,4 0,0 5,-2 8,-7 5,-5 6,-5 3,-3 3,-2 1,3-9,1-8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1.6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53,'4'0,"2"5,0 5,-1 11,-2 6,0 3,-2 1,-1 0,5-6,1-6</inkml:trace>
  <inkml:trace contextRef="#ctx0" brushRef="#br0" timeOffset="1">216 0,'4'4,"2"7,0 5,-2 5,-1 3,-1 2,-1 2,0 0,-1 0,0-5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2.0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42,'0'-5,"5"-1,1-5,4 1,1 1</inkml:trace>
  <inkml:trace contextRef="#ctx0" brushRef="#br0" timeOffset="1">55 95,'0'4,"-5"7,3 1,7-6,2-4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2.4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0 109,'9'0,"-1"-1,1 0,0-1,-1 0,1 0,-1 0,12-7,56-31,-5 1,-67 37,0 0,0 1,0-1,0 1,0 0,9-1,-13 2,1 0,0 0,-1 0,1 0,-1 0,1 1,0-1,-1 0,1 0,-1 0,1 1,-1-1,1 0,0 1,-1-1,0 0,1 1,-1-1,1 1,-1-1,1 1,-1 0,1 0,-1 1,1-1,-1 0,1 1,-1-1,0 1,0-1,0 1,0-1,0 1,0-1,0 1,-1 1,-21 72,15-51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2.8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1,'0'4,"0"7,0 6,0 4,0 3,4-2,7-5,5-5,5-10,3-5,2-6,2-2,0 1,-5-3,-6 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3.24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53,'12'-14,"-10"11,1 0,-1 1,1-1,-1 0,1 1,0-1,0 1,0 0,1 0,-1 0,0 1,7-3,-4 2,1 1,-1-1,1 1,-1 1,1-1,-1 1,1 0,-1 1,1-1,11 4,-16-4,0 1,0 0,0-1,0 1,0 0,0 0,0 0,0 1,0-1,0 0,0 1,-1-1,1 1,-1 0,1-1,-1 1,0 0,1 0,-1 0,0 0,0 0,-1 0,1 0,0 0,-1 0,1 0,-1 1,1-1,-1 0,0 0,0 1,0-1,0 0,-1 4,-1-1,1 0,-1 0,0 0,0 0,0-1,-1 1,0-1,0 1,0-1,0 0,-1 0,-4 4,7-6,0-1,0 0,-1 0,1 0,0 0,-1 0,1 0,-1 0,1 0,-1-1,1 1,-1 0,1-1,-1 1,0-1,1 0,-1 1,0-1,0 0,1 0,-1 0,0 0,1-1,-1 1,0 0,1-1,-1 1,1-1,-1 0,0 1,1-1,-1 0,1 0,0 0,-1 0,1 0,0 0,0 0,-1 0,0-3,0 1,1 0,-1 0,1 0,0-1,0 1,0 0,0-1,1 1,-1-1,1 1,0-1,0 1,0-1,1 1,-1 0,1-1,0 1,1-5,6-17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3.62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0 295,'0'4,"5"2,6-1,5 0,5-6,4-3,-3-5,-1-2,1-2,-3 0</inkml:trace>
  <inkml:trace contextRef="#ctx0" brushRef="#br0" timeOffset="1">322 1,'0'4,"0"6,0 7,0 4,0 3,0 2,0 2,0 0,0-1,0 1,0 0,0-6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4.23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24,'5'0,"5"-4,7-2,4 0,3 2,2 1,2 5,-5 7,-1 3,-5 3,-5 3,-4 4,-9 3,-3 1,-2-4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4.6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49,'5'5,"5"-4,7-1,4-1,3-1,2-3,2-2,-1 1,1-4,0 1,0 1,-6 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5.0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24 0,'-4'0,"-2"5,1 6,0 5,2 5,5-1,3 1,5-4,5-4,5-5,3-8,3-4,1-1,1-5,0-1,-1 2,-4-2,-6 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5.38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129 1,'-1'7,"-1"1,1 0,-2-1,1 1,-1-1,0 1,0-1,-7 11,-4 9,-70 171,84-198,0 0,0 0,-1 1,1-1,0 0,0 0,0 1,0-1,-1 0,1 0,0 1,0-1,0 0,0 1,0-1,0 0,0 1,0-1,0 0,0 1,0-1,0 0,0 1,0-1,0 0,0 1,0-1,0 0,0 0,1 1,-1-1,0 1,10-9,19-29,-21 27,2-2,4-6,2 0,24-23,-39 40,0 0,1 0,-1 0,0 0,1 1,-1-1,1 0,-1 1,1-1,-1 0,1 1,0 0,-1-1,1 1,-1 0,1 0,0 0,-1 0,1 0,0 0,-1 1,1-1,-1 0,1 1,0 0,1 0,2 2,1 0,-1 1,0 0,-1 0,8 7,-2-2,7 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12:55.7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 1,'0'62,"-2"-24,2-1,2 1,9 55,5 3,-16-96,0 0,0 0,0 0,0 0,0 0,0 0,1 0,-1 0,0 0,0-1,0 1,0 0,0 0,0 0,0 0,0 0,0 0,0 0,0 0,0 0,0 0,1 0,-1 0,0 0,0 0,0 0,0 0,0 0,0 0,0 0,0 0,0 0,0 0,0 0,0 0,0 0,1 0,-1 0,0 0,0 1,0-1,0 0,0 0,0 0,0 0,0 0,0 0,0 0,0 0,0 0,0 0,0 0,0 0,0 0,0 0,0 1,0-1,0 0,0 0,0 0,6-11,3-15,-5 15,0 0,0 1,1-1,0 1,1 1,0-1,1 1,0 0,0 0,1 1,0 0,0 0,1 1,15-10,0 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47.93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71,'4'-1,"1"-1,-1 1,1-1,-1 0,0 0,1 0,5-6,1 2,52-26,-58 30,0 0,1 0,0 0,-1 1,1 0,0 0,0 0,0 1,9 0,-14 0,1 0,-1 0,0 1,1-1,-1 1,0-1,0 1,0-1,1 1,-1 0,0 0,0-1,0 1,0 0,0 0,0 0,0 0,0 0,-1 0,1 0,1 3,-1-1,0 0,0 0,-1 0,1 0,-1 0,1 0,-1 0,0 1,-1 3,0 5,-2-1,1 1,-9 22,-5 2,-26 45,-3 8,48-95,0-1,1 1,0 0,1 1,-1-1,1 1,0 0,6-5,-8 7,0 1,0-1,1 1,-1 0,1 0,-1 0,1 0,0 1,0 0,0-1,0 1,-1 1,1-1,1 1,-1-1,0 1,0 0,5 1,15 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48.3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0 188,'5'0,"0"-4,6-3,4 2,5 0,3-3,2-5,2 0,-4-2,-6-4,-1-2,-4 2</inkml:trace>
  <inkml:trace contextRef="#ctx0" brushRef="#br0" timeOffset="1">214 0,'0'5,"0"6,0 5,-5 5,-1 3,0 7,2 3,0-1,2 0,1-2,1-6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48.6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1,'8'1,"-1"1,0-1,0 2,1-1,-2 1,13 6,-9-4,-4-3,-1 1,0 0,0 0,0 0,0 0,0 1,-1 0,1 0,-1 0,0 1,-1-1,1 1,-1 0,0 0,0 0,0 0,-1 1,0-1,0 1,0-1,0 1,-1 0,0 0,-1 0,1-1,-1 1,0 0,0 0,-1 0,0 0,0 0,0-1,-1 1,0 0,0-1,0 1,-1-1,0 0,0 0,0 0,0 0,-1 0,-5 5,6-7,-1 0,1 1,-1-1,0 0,0-1,0 1,0-1,-1 0,-6 3,9-4,0-1,0 0,1 1,-1-1,0 0,1 0,-1 0,0 0,0 0,1-1,-1 1,0 0,1-1,-1 1,0-1,1 0,-1 0,1 1,-1-1,1 0,-1 0,1 0,0 0,0-1,-1 1,1 0,0-1,0 1,-1-3,-1 0,1-1,0 0,0 0,0 0,1 0,0 0,0 0,0 0,0-1,1 1,0 0,1-10,0 1,2 0,-1 1,9-24,-2 14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49.16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64,'7'-6,"0"-1,1 1,0 1,0-1,0 1,0 1,1-1,0 2,0-1,15-3,-20 6,0 0,0 0,1 0,-1 0,0 1,1 0,-1 0,0 0,1 0,-1 1,0 0,1 0,-1 0,0 0,0 0,0 1,0 0,0 0,0 0,0 0,-1 1,1 0,-1-1,6 7,-7-6,0 0,-1 0,1 0,-1 0,0 0,0 0,0 0,0 0,0 0,-1 1,0-1,1 0,-1 1,0-1,-1 0,1 1,0-1,-1 0,0 0,0 0,0 1,0-1,0 0,-3 3,1-1,0 1,0-1,-1 1,1-1,-1 0,-1-1,1 1,-1-1,0 0,0 0,-9 5,-10 3,12-6,1-1,0 1,0 1,0 0,-14 13,23-18,0 0,0 0,1 0,-1 0,0 0,1 1,0-1,-1 0,1 1,0-1,0 1,1 0,-1-1,1 1,-1 0,1-1,0 1,0 0,0-1,0 1,0 0,0 0,1-1,0 1,-1 0,1-1,0 1,0-1,0 1,1-1,2 4,-3-3,1-1,0 1,0-1,0 0,0 0,0 0,0 0,0 0,1 0,-1-1,1 1,-1-1,1 1,0-1,-1 0,1 0,0 0,0-1,0 1,0-1,0 0,0 1,0-1,4-1,0 0,0 0,-1 0,1-1,-1 0,1 0,-1 0,0-1,0 0,9-6,9-8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49.5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0,'0'447,"0"-436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0.38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47,'0'-1,"1"0,-1 0,1-1,0 1,-1 0,1 0,0 0,0-1,-1 1,1 0,0 0,0 0,0 1,1-1,-1 0,0 0,1 0,24-14,-25 14,3-1,-1 1,0-1,1 1,0 0,-1-1,1 2,0-1,-1 0,1 1,0 0,0 0,0 0,5 1,-7-1,0 1,0-1,-1 1,1 0,0 0,-1 0,1 0,0 0,-1 0,1 0,-1 0,0 1,1-1,-1 1,0-1,0 1,0-1,0 1,0 0,0-1,0 1,-1 0,1 0,-1 0,1-1,-1 1,0 0,1 4,-1 3,0 0,-1 0,1 0,-2 0,1 0,-1 0,-1-1,0 1,-5 12,-3 0,0 0,-19 28,14-33,14-17,7-11,-3 8,0 1,0-1,1 1,-1-1,1 1,0 0,0 0,0 0,1 1,-1-1,1 1,-1-1,1 1,0 0,0 1,0-1,0 1,0 0,0-1,0 2,0-1,1 0,-1 1,0 0,0 0,1 0,-1 1,6 1,13 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0.72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50,'5'4,"5"-2,7-3,3 0,5-5,1-1,2 0,0-3,0 0,-1 2,-4 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1.0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 7,'9'0,"5"0,0 0,-1 1,1 0,-1 1,14 4,-25-6,1 1,-1 0,1 0,0 0,-1 0,0 1,1-1,-1 1,0-1,0 1,0 0,0 0,0 0,0 0,0 0,-1 0,1 0,-1 1,0-1,1 0,-1 1,0 0,0-1,-1 1,1-1,-1 1,1 0,-1 0,0-1,0 1,0 4,-1-3,0 0,0 0,0 0,-1 0,1 0,-1 0,0 0,0-1,0 1,-1-1,1 1,-1-1,0 0,0 0,0 0,0 0,-1-1,1 1,-1-1,0 0,1 0,-1 0,0-1,-6 3,7-3,0 0,0 0,-1 0,1 0,0 0,-1-1,1 0,-1 1,1-1,-1-1,1 1,0 0,-1-1,1 1,0-1,-1 0,1 0,0-1,0 1,0-1,0 1,0-1,0 0,0 0,1 0,-1-1,1 1,-1 0,1-1,-3-4,3 4,1 0,0-1,0 1,0 0,0 0,0-1,1 1,-1 0,1-1,0 1,0 0,1-1,-1 1,0 0,1-1,2-4,0-3,2 0,-1 1,10-15,-5 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1.51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55,'5'59,"-2"-45,-2 0,0 0,-1 15,0-27,-1 6,1 0,-1 0,1 0,1 0,0 0,3 14,-4-22,0 1,0-1,0 0,0 0,0 0,0 0,0 0,0 0,0 1,0-1,0 0,0 0,0 0,0 0,0 0,0 0,0 1,0-1,0 0,0 0,0 0,0 0,0 0,0 0,0 0,0 1,0-1,0 0,1 0,-1 0,0 0,0 0,0 0,0 0,0 0,0 0,0 0,0 0,1 0,-1 0,0 0,0 0,0 0,0 0,0 1,0-1,1 0,-1-1,0 1,0 0,0 0,0 0,0 0,0 0,1 0,-1 0,0 0,0 0,0 0,0 0,4-11,0-16,-3 11,0 0,1 0,1 1,1-1,0 1,1 0,11-25,-13 35,-1 0,1 0,1 0,-1 1,1-1,0 1,0 0,0 0,0 0,1 1,0 0,-1-1,1 2,1-1,-1 1,0-1,0 1,1 1,-1-1,1 1,0 0,-1 0,1 1,8-1,-11 1,1 1,-1-1,1 0,-1 1,0 0,1 0,-1 0,0 0,0 1,0-1,0 1,0-1,0 1,0 0,0 1,-1-1,1 0,-1 1,1-1,-1 1,0 0,0 0,0-1,-1 1,1 1,-1-1,1 0,-1 0,0 1,1 5,1 9,0 0,-1 0,-1 0,-2 27,1-43,0 5,0-1,-1 1,0-1,0 1,0-1,-1 1,0-1,0 0,0 0,-1 0,0 0,-4 6,-4 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1.88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59,'-4'0,"2"0,3-4,4-2,7 1,6 0,4-3,3 0,2-3,-4-1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2.2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49,'5'-5,"5"-1,7 1,4-4,3-1,2 2,-3 3</inkml:trace>
  <inkml:trace contextRef="#ctx0" brushRef="#br0" timeOffset="1">53 156,'-4'5,"2"0,7 1,7-2,6 0,0-7,1-2,2-4,-3-7,1-3,-3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2.6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143 0,'0'5,"0"5,0 6,0 5,0 4,0 1,0 1,0 1,0 0,-4 0,-3-1,1 0,2 0,0 0,-2 0,-2 0,2-5</inkml:trace>
  <inkml:trace contextRef="#ctx0" brushRef="#br0" timeOffset="1">10 561,'6'0,"0"0,0 1,0-1,0 1,0 1,0-1,0 1,0 0,-1 0,1 1,-1-1,1 1,-1 1,0-1,6 6,-7-5,0 0,-1 0,1 1,-1-1,0 1,0 0,-1 0,0 0,0 0,0 0,0 0,-1 1,0-1,0 1,0-1,0 1,-1 6,-1-8,1 0,0-1,-1 1,0 0,0 0,0-1,-1 1,1-1,-1 1,0-1,1 1,-2-1,1 0,0 0,-1 0,1 0,-1-1,0 1,0-1,0 1,0-1,-5 3,5-4,0 0,1 1,-1-1,0 0,1-1,-1 1,0 0,0-1,0 0,0 1,0-1,0 0,0-1,1 1,-1 0,0-1,0 0,0 1,1-1,-1 0,0-1,1 1,-1 0,1-1,-1 1,1-1,0 0,-1 0,1 0,-2-3,2 3,1 0,-1-1,1 1,0-1,0 1,0-1,0 0,0 1,1-1,-1 0,1 1,0-1,0-4,-1-17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6:55.0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2,'95'-2,"106"4,-119 11,-54-7,49 3,-26-10,-33 1,1 0,-1 0,0 2,35 7,-22-2,0-2,40 3,-9-1,-40-6,-4-2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1.00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51,'10'-1,"0"-1,-1 0,1 0,-1-1,0 0,18-8,22-7,-40 16,0 0,0 0,0 1,0 0,0 1,15 1,-22-1,0 0,0 0,1 1,-1-1,-1 1,1-1,0 1,0 0,0 0,0 0,0 0,-1 0,1 0,0 0,-1 1,1-1,-1 1,0-1,1 1,-1-1,0 1,0 0,0 0,0-1,0 1,0 0,-1 0,1 0,-1 0,1 0,-1 0,0 0,1 0,-1 0,-1 3,1 6,-2 0,0 0,0 0,-1 0,0-1,-1 1,-9 18,-46 71,41-72,11-17,-4 6,19-28,-4 6,5-9,1 2,22-24,-29 33,0 0,0 1,0-1,1 1,-1 0,1 0,0 0,-1 0,1 0,0 1,0 0,0 0,0 0,0 0,0 1,0-1,5 1,9 2,-13-1,0 0,0-1,0 0,0 0,8-1,-11 1,0-1,0 0,0 0,0 0,0 0,0 0,0 0,0 0,0-1,0 1,-1-1,1 1,0-1,-1 0,1 1,0-4,10-9,-1 0,2 0,0 1,1 1,0 0,18-12,-14 11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1.3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1,'4'0,"2"4,0 6,-1 7,-2 4,-1 3,0 7,-2 2,0 1,0-2,-5-1,-2-5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1.7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27 1,'5'0,"5"0,7 4,4 7,-2 6,-3 4,-5 3,-9 2,-9 2,-8-5,-6-5,-4-12,3-10,4-9,6-8,4-4,9-2,4 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2.10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70,'4'-1,"0"-1,0 1,0-1,0 0,-1 0,1-1,-1 1,1-1,-1 0,0 1,3-5,11-8,-12 12,0 0,-1 0,1 1,0-1,0 1,0 0,1 1,-1-1,0 1,1 0,7 0,-10 1,-1 0,0 0,0 1,1-1,-1 1,0-1,0 1,0 0,0-1,0 1,0 0,0 1,0-1,0 0,0 1,0-1,-1 1,1-1,-1 1,1 0,-1-1,0 1,1 0,-1 0,0 0,0 0,0 0,-1 0,1 1,0 2,0 0,0 0,0 0,-1 0,1 0,-1 0,-1 0,1 0,-1 0,0 0,0 0,0-1,0 1,-1 0,0 0,0-1,0 1,-1-1,0 0,-5 8,-6 4,-1-1,0 0,-26 19,8-7,30-23,-1-1,1 1,0 0,0 0,0 0,1 0,-1 1,1-1,0 1,0-1,1 1,-1 0,1 0,0 0,0 6,1-9,0 0,0 1,0-1,0 0,0 0,1 1,-1-1,1 0,-1 0,1 0,0 1,0-1,0 0,0 0,0 0,1-1,-1 1,1 0,-1 0,1-1,-1 1,1-1,0 1,0-1,0 0,0 0,0 0,0 0,0 0,0 0,0 0,1-1,-1 1,4 0,-1-1,0 1,1-1,-1 0,0-1,0 1,0-1,0 0,0 0,0-1,0 1,0-1,0 0,7-5,4-3,-1 0,20-19,-33 27,15-12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2.46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1,'0'4,"0"7,0 5,0 5,0 3,0 3,0 0,0 1,0 0,0 0,0-1,0 1,0-1,0 0,0-1,0-8,0-8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3.2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2,'17'0,"-5"-1,0 1,-1 0,1 1,0 1,19 4,-29-5,0 0,0-1,0 1,0 0,0 1,0-1,0 0,0 0,-1 1,1-1,0 1,-1 0,1-1,-1 1,0 0,1 0,-1 0,0 0,0 0,-1 0,1 0,0 0,-1 1,1-1,-1 0,1 0,-1 0,0 1,0-1,0 0,-1 0,1 1,0-1,-1 0,-1 4,-2 9,-1-1,0 0,-1 0,-1 0,-8 13,17-29,1 0,-1 0,1 1,0-1,0 0,-1 1,1-1,0 1,1 0,-1 0,0 0,0 1,4-1,-3 0,-1 1,0-1,0 1,1 0,-1 0,0 0,0 1,1-1,-1 1,0-1,0 1,0 0,0 0,0 1,0-1,0 1,0-1,4 4,-3 0,1 0,-1 0,0 0,0 0,-1 1,1 0,-1 0,-1-1,3 8,0 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3.5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6 21,'-4'5,"2"1,7 0,7-1,6-7,4-2,4-1,1 1,0-4,2 0,-1 1,-5 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3.95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30 1,'12'0,"0"0,-1 1,1 0,0 1,18 5,-28-6,0-1,1 1,-1 0,0 0,0 0,0 0,0 1,0-1,0 1,0-1,0 1,0 0,-1-1,1 1,-1 0,1 0,-1 0,0 0,0 1,0-1,0 0,0 0,0 1,-1-1,1 1,-1-1,1 0,-1 1,0-1,0 1,0-1,-1 1,1-1,-1 3,-1 2,0 0,0 0,-1 0,0 0,0-1,-1 1,1-1,-2 0,1 0,-1 0,-8 8,12-13,-1 1,1 0,-1-1,0 1,0-1,1 0,-1 0,0 0,0 0,0 0,0 0,-1 0,1 0,0-1,0 1,0-1,0 0,-1 0,1 1,0-2,0 1,-1 0,1 0,0-1,0 1,0-1,0 1,-1-1,1 0,0 0,0 0,1 0,-1 0,0-1,0 1,0 0,1-1,-1 0,1 1,-1-1,-1-3,-1-1,1-1,-1 1,1-1,1 0,-1 0,1-1,0 1,1 0,0-1,0 1,1 0,0-1,0 1,0-1,1 1,2-8,3-10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4.33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24,'3'3,"-1"0,0 0,1 1,-2-1,1 1,0-1,-1 1,1-1,-1 1,0 0,1 6,2 46,-3-40,-1-7,2 1,-2-1,1 1,-2 0,1-1,-1 1,-1-1,1 1,-6 15,3-21,4-15,4-16,-1 16,0 0,1 0,1 1,-1-1,2 1,-1 0,1 1,1-1,0 1,0 0,1 1,0 0,0 0,1 1,0 0,17-10,-12 8,0 0,1 2,0 0,0 0,17-4,-29 10,0 0,0 1,0-1,0 0,0 1,0 0,0 0,1 0,-1 0,0 0,0 1,0-1,0 1,0 0,0 0,0 0,0 0,-1 1,1-1,0 1,-1-1,1 1,-1 0,1 0,-1 0,0 1,0-1,0 0,0 1,0-1,-1 1,1 0,-1-1,2 5,1 4,-1 1,0 0,-1 0,0 0,-1 0,0 0,-1 0,-1 0,1 0,-2 0,0 0,0 0,-1 0,-1-1,0 1,-6 11,-1-5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6.91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12,'0'5,"9"1,12 0,7-2,3 0,1-2,0-6,3-1,1-1,-2 1,-2 1,-6-3,-8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7.3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0,'4'0,"7"0,6 0,4 0,3 0,-2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7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7 33,'-5'0,"4"0,6 0,6 0,7 0,5-5,2-1,2-5,-4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8.03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7,'0'-5,"5"4,1 5,0 8,-1 6,-2 4,-1 3,-1 2,0 1,-1 0,0 0,-1 4,1 2,0-1,0-2,-5-5,-1-8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08.44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0,'9'0,"0"0,-1 1,1 0,0 0,-1 1,1 0,12 4,-17-4,-1 0,0-1,0 1,-1 0,1 0,0 1,-1-1,1 1,-1-1,1 1,-1 0,0 0,-1 0,1 0,0 0,-1 0,1 0,-1 1,0-1,0 0,0 7,0-6,-1 0,0 0,0 0,0 0,-1 1,1-1,-1 0,0 0,0 0,-1 0,1 0,-1 0,0 0,0-1,0 1,0-1,-1 1,-3 3,5-6,0 1,-1-1,1 1,-1-1,0 0,1 0,-1 1,0-1,0 0,1-1,-1 1,0 0,0-1,0 1,0-1,0 1,0-1,0 0,0 0,0 0,0 0,0 0,0 0,0-1,0 1,0-1,0 1,0-1,0 0,0 1,0-1,1 0,-1-1,0 1,1 0,-1 0,-2-3,0-1,1 1,-1-1,1 0,1 0,-1 0,0 0,1 0,0 0,1-1,-1 1,1-1,0 1,0-1,1 0,-1 1,1-1,1 0,0-7,4-18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3T08:07:10.77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53,'2'0,"0"1,0-1,0 1,0 0,0 0,0 0,-1-1,5 4,9 4,-4-5,0-1,0 0,1-1,-1 0,0 0,21-3,67-14,-65 10,10-3,-12 2,1 1,45-2,-62 8,10 0,-1-1,42-8,-55 7,1 1,-1 1,1-1,-1 2,1 0,13 2,32 3,-55-6,0 0,-1 0,1-1,-1 1,1 0,-1-1,1 0,-1 1,1-1,-1 0,1-1,-1 1,4-3,5-7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85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32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79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90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31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937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683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19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9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46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720D8-249B-45BA-BCE2-12293A8EF97C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3DDAB84-4E11-4267-8202-5425E75E712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52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2.xml"/><Relationship Id="rId50" Type="http://schemas.openxmlformats.org/officeDocument/2006/relationships/image" Target="../media/image28.png"/><Relationship Id="rId55" Type="http://schemas.openxmlformats.org/officeDocument/2006/relationships/customXml" Target="../ink/ink26.xml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6" Type="http://schemas.openxmlformats.org/officeDocument/2006/relationships/image" Target="../media/image1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7.xml"/><Relationship Id="rId40" Type="http://schemas.openxmlformats.org/officeDocument/2006/relationships/image" Target="../media/image23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32.png"/><Relationship Id="rId5" Type="http://schemas.openxmlformats.org/officeDocument/2006/relationships/customXml" Target="../ink/ink1.xml"/><Relationship Id="rId19" Type="http://schemas.openxmlformats.org/officeDocument/2006/relationships/customXml" Target="../ink/ink8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2.xml"/><Relationship Id="rId30" Type="http://schemas.openxmlformats.org/officeDocument/2006/relationships/image" Target="../media/image1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7.png"/><Relationship Id="rId56" Type="http://schemas.openxmlformats.org/officeDocument/2006/relationships/image" Target="../media/image31.png"/><Relationship Id="rId8" Type="http://schemas.openxmlformats.org/officeDocument/2006/relationships/image" Target="../media/image7.png"/><Relationship Id="rId51" Type="http://schemas.openxmlformats.org/officeDocument/2006/relationships/customXml" Target="../ink/ink24.xml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20" Type="http://schemas.openxmlformats.org/officeDocument/2006/relationships/image" Target="../media/image13.png"/><Relationship Id="rId41" Type="http://schemas.openxmlformats.org/officeDocument/2006/relationships/customXml" Target="../ink/ink19.xml"/><Relationship Id="rId5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8.png"/><Relationship Id="rId31" Type="http://schemas.openxmlformats.org/officeDocument/2006/relationships/customXml" Target="../ink/ink14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0.xml"/><Relationship Id="rId21" Type="http://schemas.openxmlformats.org/officeDocument/2006/relationships/customXml" Target="../ink/ink32.xml"/><Relationship Id="rId42" Type="http://schemas.openxmlformats.org/officeDocument/2006/relationships/image" Target="../media/image58.png"/><Relationship Id="rId63" Type="http://schemas.openxmlformats.org/officeDocument/2006/relationships/customXml" Target="../ink/ink53.xml"/><Relationship Id="rId84" Type="http://schemas.openxmlformats.org/officeDocument/2006/relationships/image" Target="../media/image79.png"/><Relationship Id="rId138" Type="http://schemas.openxmlformats.org/officeDocument/2006/relationships/image" Target="../media/image106.png"/><Relationship Id="rId159" Type="http://schemas.openxmlformats.org/officeDocument/2006/relationships/customXml" Target="../ink/ink101.xml"/><Relationship Id="rId170" Type="http://schemas.openxmlformats.org/officeDocument/2006/relationships/image" Target="../media/image122.png"/><Relationship Id="rId191" Type="http://schemas.openxmlformats.org/officeDocument/2006/relationships/customXml" Target="../ink/ink117.xml"/><Relationship Id="rId205" Type="http://schemas.openxmlformats.org/officeDocument/2006/relationships/customXml" Target="../ink/ink124.xml"/><Relationship Id="rId226" Type="http://schemas.openxmlformats.org/officeDocument/2006/relationships/image" Target="../media/image150.png"/><Relationship Id="rId247" Type="http://schemas.openxmlformats.org/officeDocument/2006/relationships/customXml" Target="../ink/ink145.xml"/><Relationship Id="rId107" Type="http://schemas.openxmlformats.org/officeDocument/2006/relationships/customXml" Target="../ink/ink75.xml"/><Relationship Id="rId11" Type="http://schemas.openxmlformats.org/officeDocument/2006/relationships/image" Target="../media/image42.png"/><Relationship Id="rId32" Type="http://schemas.openxmlformats.org/officeDocument/2006/relationships/image" Target="../media/image53.png"/><Relationship Id="rId53" Type="http://schemas.openxmlformats.org/officeDocument/2006/relationships/customXml" Target="../ink/ink48.xml"/><Relationship Id="rId74" Type="http://schemas.openxmlformats.org/officeDocument/2006/relationships/image" Target="../media/image74.png"/><Relationship Id="rId128" Type="http://schemas.openxmlformats.org/officeDocument/2006/relationships/image" Target="../media/image101.png"/><Relationship Id="rId149" Type="http://schemas.openxmlformats.org/officeDocument/2006/relationships/customXml" Target="../ink/ink96.xml"/><Relationship Id="rId5" Type="http://schemas.openxmlformats.org/officeDocument/2006/relationships/image" Target="../media/image36.png"/><Relationship Id="rId95" Type="http://schemas.openxmlformats.org/officeDocument/2006/relationships/customXml" Target="../ink/ink69.xml"/><Relationship Id="rId160" Type="http://schemas.openxmlformats.org/officeDocument/2006/relationships/image" Target="../media/image117.png"/><Relationship Id="rId181" Type="http://schemas.openxmlformats.org/officeDocument/2006/relationships/customXml" Target="../ink/ink112.xml"/><Relationship Id="rId216" Type="http://schemas.openxmlformats.org/officeDocument/2006/relationships/image" Target="../media/image145.png"/><Relationship Id="rId237" Type="http://schemas.openxmlformats.org/officeDocument/2006/relationships/customXml" Target="../ink/ink140.xml"/><Relationship Id="rId258" Type="http://schemas.openxmlformats.org/officeDocument/2006/relationships/image" Target="../media/image166.png"/><Relationship Id="rId22" Type="http://schemas.openxmlformats.org/officeDocument/2006/relationships/image" Target="../media/image48.png"/><Relationship Id="rId43" Type="http://schemas.openxmlformats.org/officeDocument/2006/relationships/customXml" Target="../ink/ink43.xml"/><Relationship Id="rId64" Type="http://schemas.openxmlformats.org/officeDocument/2006/relationships/image" Target="../media/image69.png"/><Relationship Id="rId118" Type="http://schemas.openxmlformats.org/officeDocument/2006/relationships/image" Target="../media/image96.png"/><Relationship Id="rId139" Type="http://schemas.openxmlformats.org/officeDocument/2006/relationships/customXml" Target="../ink/ink91.xml"/><Relationship Id="rId85" Type="http://schemas.openxmlformats.org/officeDocument/2006/relationships/customXml" Target="../ink/ink64.xml"/><Relationship Id="rId150" Type="http://schemas.openxmlformats.org/officeDocument/2006/relationships/image" Target="../media/image112.png"/><Relationship Id="rId171" Type="http://schemas.openxmlformats.org/officeDocument/2006/relationships/customXml" Target="../ink/ink107.xml"/><Relationship Id="rId192" Type="http://schemas.openxmlformats.org/officeDocument/2006/relationships/image" Target="../media/image133.png"/><Relationship Id="rId206" Type="http://schemas.openxmlformats.org/officeDocument/2006/relationships/image" Target="../media/image140.png"/><Relationship Id="rId227" Type="http://schemas.openxmlformats.org/officeDocument/2006/relationships/customXml" Target="../ink/ink135.xml"/><Relationship Id="rId248" Type="http://schemas.openxmlformats.org/officeDocument/2006/relationships/image" Target="../media/image161.png"/><Relationship Id="rId12" Type="http://schemas.openxmlformats.org/officeDocument/2006/relationships/image" Target="../media/image43.png"/><Relationship Id="rId33" Type="http://schemas.openxmlformats.org/officeDocument/2006/relationships/customXml" Target="../ink/ink38.xml"/><Relationship Id="rId108" Type="http://schemas.openxmlformats.org/officeDocument/2006/relationships/image" Target="../media/image91.png"/><Relationship Id="rId129" Type="http://schemas.openxmlformats.org/officeDocument/2006/relationships/customXml" Target="../ink/ink86.xml"/><Relationship Id="rId54" Type="http://schemas.openxmlformats.org/officeDocument/2006/relationships/image" Target="../media/image64.png"/><Relationship Id="rId75" Type="http://schemas.openxmlformats.org/officeDocument/2006/relationships/customXml" Target="../ink/ink59.xml"/><Relationship Id="rId96" Type="http://schemas.openxmlformats.org/officeDocument/2006/relationships/image" Target="../media/image85.png"/><Relationship Id="rId140" Type="http://schemas.openxmlformats.org/officeDocument/2006/relationships/image" Target="../media/image107.png"/><Relationship Id="rId161" Type="http://schemas.openxmlformats.org/officeDocument/2006/relationships/customXml" Target="../ink/ink102.xml"/><Relationship Id="rId182" Type="http://schemas.openxmlformats.org/officeDocument/2006/relationships/image" Target="../media/image128.png"/><Relationship Id="rId217" Type="http://schemas.openxmlformats.org/officeDocument/2006/relationships/customXml" Target="../ink/ink130.xml"/><Relationship Id="rId6" Type="http://schemas.openxmlformats.org/officeDocument/2006/relationships/image" Target="../media/image37.png"/><Relationship Id="rId238" Type="http://schemas.openxmlformats.org/officeDocument/2006/relationships/image" Target="../media/image156.png"/><Relationship Id="rId23" Type="http://schemas.openxmlformats.org/officeDocument/2006/relationships/customXml" Target="../ink/ink33.xml"/><Relationship Id="rId119" Type="http://schemas.openxmlformats.org/officeDocument/2006/relationships/customXml" Target="../ink/ink81.xml"/><Relationship Id="rId44" Type="http://schemas.openxmlformats.org/officeDocument/2006/relationships/image" Target="../media/image59.png"/><Relationship Id="rId65" Type="http://schemas.openxmlformats.org/officeDocument/2006/relationships/customXml" Target="../ink/ink54.xml"/><Relationship Id="rId86" Type="http://schemas.openxmlformats.org/officeDocument/2006/relationships/image" Target="../media/image80.png"/><Relationship Id="rId130" Type="http://schemas.openxmlformats.org/officeDocument/2006/relationships/image" Target="../media/image102.png"/><Relationship Id="rId151" Type="http://schemas.openxmlformats.org/officeDocument/2006/relationships/customXml" Target="../ink/ink97.xml"/><Relationship Id="rId172" Type="http://schemas.openxmlformats.org/officeDocument/2006/relationships/image" Target="../media/image123.png"/><Relationship Id="rId193" Type="http://schemas.openxmlformats.org/officeDocument/2006/relationships/customXml" Target="../ink/ink118.xml"/><Relationship Id="rId207" Type="http://schemas.openxmlformats.org/officeDocument/2006/relationships/customXml" Target="../ink/ink125.xml"/><Relationship Id="rId228" Type="http://schemas.openxmlformats.org/officeDocument/2006/relationships/image" Target="../media/image151.png"/><Relationship Id="rId249" Type="http://schemas.openxmlformats.org/officeDocument/2006/relationships/customXml" Target="../ink/ink146.xml"/><Relationship Id="rId13" Type="http://schemas.openxmlformats.org/officeDocument/2006/relationships/customXml" Target="../ink/ink28.xml"/><Relationship Id="rId109" Type="http://schemas.openxmlformats.org/officeDocument/2006/relationships/customXml" Target="../ink/ink76.xml"/><Relationship Id="rId34" Type="http://schemas.openxmlformats.org/officeDocument/2006/relationships/image" Target="../media/image54.png"/><Relationship Id="rId55" Type="http://schemas.openxmlformats.org/officeDocument/2006/relationships/customXml" Target="../ink/ink49.xml"/><Relationship Id="rId76" Type="http://schemas.openxmlformats.org/officeDocument/2006/relationships/image" Target="../media/image75.png"/><Relationship Id="rId97" Type="http://schemas.openxmlformats.org/officeDocument/2006/relationships/customXml" Target="../ink/ink70.xml"/><Relationship Id="rId120" Type="http://schemas.openxmlformats.org/officeDocument/2006/relationships/image" Target="../media/image97.png"/><Relationship Id="rId141" Type="http://schemas.openxmlformats.org/officeDocument/2006/relationships/customXml" Target="../ink/ink92.xml"/><Relationship Id="rId7" Type="http://schemas.openxmlformats.org/officeDocument/2006/relationships/image" Target="../media/image38.png"/><Relationship Id="rId162" Type="http://schemas.openxmlformats.org/officeDocument/2006/relationships/image" Target="../media/image118.png"/><Relationship Id="rId183" Type="http://schemas.openxmlformats.org/officeDocument/2006/relationships/customXml" Target="../ink/ink113.xml"/><Relationship Id="rId218" Type="http://schemas.openxmlformats.org/officeDocument/2006/relationships/image" Target="../media/image146.png"/><Relationship Id="rId239" Type="http://schemas.openxmlformats.org/officeDocument/2006/relationships/customXml" Target="../ink/ink141.xml"/><Relationship Id="rId250" Type="http://schemas.openxmlformats.org/officeDocument/2006/relationships/image" Target="../media/image162.png"/><Relationship Id="rId24" Type="http://schemas.openxmlformats.org/officeDocument/2006/relationships/image" Target="../media/image49.png"/><Relationship Id="rId45" Type="http://schemas.openxmlformats.org/officeDocument/2006/relationships/customXml" Target="../ink/ink44.xml"/><Relationship Id="rId66" Type="http://schemas.openxmlformats.org/officeDocument/2006/relationships/image" Target="../media/image70.png"/><Relationship Id="rId87" Type="http://schemas.openxmlformats.org/officeDocument/2006/relationships/customXml" Target="../ink/ink65.xml"/><Relationship Id="rId110" Type="http://schemas.openxmlformats.org/officeDocument/2006/relationships/image" Target="../media/image92.png"/><Relationship Id="rId131" Type="http://schemas.openxmlformats.org/officeDocument/2006/relationships/customXml" Target="../ink/ink87.xml"/><Relationship Id="rId152" Type="http://schemas.openxmlformats.org/officeDocument/2006/relationships/image" Target="../media/image113.png"/><Relationship Id="rId173" Type="http://schemas.openxmlformats.org/officeDocument/2006/relationships/customXml" Target="../ink/ink108.xml"/><Relationship Id="rId194" Type="http://schemas.openxmlformats.org/officeDocument/2006/relationships/image" Target="../media/image134.png"/><Relationship Id="rId208" Type="http://schemas.openxmlformats.org/officeDocument/2006/relationships/image" Target="../media/image141.png"/><Relationship Id="rId229" Type="http://schemas.openxmlformats.org/officeDocument/2006/relationships/customXml" Target="../ink/ink136.xml"/><Relationship Id="rId240" Type="http://schemas.openxmlformats.org/officeDocument/2006/relationships/image" Target="../media/image157.png"/><Relationship Id="rId14" Type="http://schemas.openxmlformats.org/officeDocument/2006/relationships/image" Target="../media/image44.png"/><Relationship Id="rId35" Type="http://schemas.openxmlformats.org/officeDocument/2006/relationships/customXml" Target="../ink/ink39.xml"/><Relationship Id="rId56" Type="http://schemas.openxmlformats.org/officeDocument/2006/relationships/image" Target="../media/image65.png"/><Relationship Id="rId77" Type="http://schemas.openxmlformats.org/officeDocument/2006/relationships/customXml" Target="../ink/ink60.xml"/><Relationship Id="rId100" Type="http://schemas.openxmlformats.org/officeDocument/2006/relationships/image" Target="../media/image87.png"/><Relationship Id="rId8" Type="http://schemas.openxmlformats.org/officeDocument/2006/relationships/image" Target="../media/image39.png"/><Relationship Id="rId98" Type="http://schemas.openxmlformats.org/officeDocument/2006/relationships/image" Target="../media/image86.png"/><Relationship Id="rId121" Type="http://schemas.openxmlformats.org/officeDocument/2006/relationships/customXml" Target="../ink/ink82.xml"/><Relationship Id="rId142" Type="http://schemas.openxmlformats.org/officeDocument/2006/relationships/image" Target="../media/image108.png"/><Relationship Id="rId163" Type="http://schemas.openxmlformats.org/officeDocument/2006/relationships/customXml" Target="../ink/ink103.xml"/><Relationship Id="rId184" Type="http://schemas.openxmlformats.org/officeDocument/2006/relationships/image" Target="../media/image129.png"/><Relationship Id="rId219" Type="http://schemas.openxmlformats.org/officeDocument/2006/relationships/customXml" Target="../ink/ink131.xml"/><Relationship Id="rId230" Type="http://schemas.openxmlformats.org/officeDocument/2006/relationships/image" Target="../media/image152.png"/><Relationship Id="rId251" Type="http://schemas.openxmlformats.org/officeDocument/2006/relationships/customXml" Target="../ink/ink147.xml"/><Relationship Id="rId25" Type="http://schemas.openxmlformats.org/officeDocument/2006/relationships/customXml" Target="../ink/ink34.xml"/><Relationship Id="rId46" Type="http://schemas.openxmlformats.org/officeDocument/2006/relationships/image" Target="../media/image60.png"/><Relationship Id="rId67" Type="http://schemas.openxmlformats.org/officeDocument/2006/relationships/customXml" Target="../ink/ink55.xml"/><Relationship Id="rId88" Type="http://schemas.openxmlformats.org/officeDocument/2006/relationships/image" Target="../media/image81.png"/><Relationship Id="rId111" Type="http://schemas.openxmlformats.org/officeDocument/2006/relationships/customXml" Target="../ink/ink77.xml"/><Relationship Id="rId132" Type="http://schemas.openxmlformats.org/officeDocument/2006/relationships/image" Target="../media/image103.png"/><Relationship Id="rId153" Type="http://schemas.openxmlformats.org/officeDocument/2006/relationships/customXml" Target="../ink/ink98.xml"/><Relationship Id="rId174" Type="http://schemas.openxmlformats.org/officeDocument/2006/relationships/image" Target="../media/image124.png"/><Relationship Id="rId195" Type="http://schemas.openxmlformats.org/officeDocument/2006/relationships/customXml" Target="../ink/ink119.xml"/><Relationship Id="rId209" Type="http://schemas.openxmlformats.org/officeDocument/2006/relationships/customXml" Target="../ink/ink126.xml"/><Relationship Id="rId220" Type="http://schemas.openxmlformats.org/officeDocument/2006/relationships/image" Target="../media/image147.png"/><Relationship Id="rId241" Type="http://schemas.openxmlformats.org/officeDocument/2006/relationships/customXml" Target="../ink/ink142.xml"/><Relationship Id="rId15" Type="http://schemas.openxmlformats.org/officeDocument/2006/relationships/customXml" Target="../ink/ink29.xml"/><Relationship Id="rId36" Type="http://schemas.openxmlformats.org/officeDocument/2006/relationships/image" Target="../media/image55.png"/><Relationship Id="rId57" Type="http://schemas.openxmlformats.org/officeDocument/2006/relationships/customXml" Target="../ink/ink50.xml"/><Relationship Id="rId78" Type="http://schemas.openxmlformats.org/officeDocument/2006/relationships/image" Target="../media/image76.png"/><Relationship Id="rId99" Type="http://schemas.openxmlformats.org/officeDocument/2006/relationships/customXml" Target="../ink/ink71.xml"/><Relationship Id="rId101" Type="http://schemas.openxmlformats.org/officeDocument/2006/relationships/customXml" Target="../ink/ink72.xml"/><Relationship Id="rId122" Type="http://schemas.openxmlformats.org/officeDocument/2006/relationships/image" Target="../media/image98.png"/><Relationship Id="rId143" Type="http://schemas.openxmlformats.org/officeDocument/2006/relationships/customXml" Target="../ink/ink93.xml"/><Relationship Id="rId164" Type="http://schemas.openxmlformats.org/officeDocument/2006/relationships/image" Target="../media/image119.png"/><Relationship Id="rId185" Type="http://schemas.openxmlformats.org/officeDocument/2006/relationships/customXml" Target="../ink/ink114.xml"/><Relationship Id="rId9" Type="http://schemas.openxmlformats.org/officeDocument/2006/relationships/image" Target="../media/image40.png"/><Relationship Id="rId210" Type="http://schemas.openxmlformats.org/officeDocument/2006/relationships/image" Target="../media/image142.png"/><Relationship Id="rId26" Type="http://schemas.openxmlformats.org/officeDocument/2006/relationships/image" Target="../media/image50.png"/><Relationship Id="rId231" Type="http://schemas.openxmlformats.org/officeDocument/2006/relationships/customXml" Target="../ink/ink137.xml"/><Relationship Id="rId252" Type="http://schemas.openxmlformats.org/officeDocument/2006/relationships/image" Target="../media/image163.png"/><Relationship Id="rId47" Type="http://schemas.openxmlformats.org/officeDocument/2006/relationships/customXml" Target="../ink/ink45.xml"/><Relationship Id="rId68" Type="http://schemas.openxmlformats.org/officeDocument/2006/relationships/image" Target="../media/image71.png"/><Relationship Id="rId89" Type="http://schemas.openxmlformats.org/officeDocument/2006/relationships/customXml" Target="../ink/ink66.xml"/><Relationship Id="rId112" Type="http://schemas.openxmlformats.org/officeDocument/2006/relationships/image" Target="../media/image93.png"/><Relationship Id="rId133" Type="http://schemas.openxmlformats.org/officeDocument/2006/relationships/customXml" Target="../ink/ink88.xml"/><Relationship Id="rId154" Type="http://schemas.openxmlformats.org/officeDocument/2006/relationships/image" Target="../media/image114.png"/><Relationship Id="rId175" Type="http://schemas.openxmlformats.org/officeDocument/2006/relationships/customXml" Target="../ink/ink109.xml"/><Relationship Id="rId196" Type="http://schemas.openxmlformats.org/officeDocument/2006/relationships/image" Target="../media/image135.png"/><Relationship Id="rId200" Type="http://schemas.openxmlformats.org/officeDocument/2006/relationships/image" Target="../media/image137.png"/><Relationship Id="rId16" Type="http://schemas.openxmlformats.org/officeDocument/2006/relationships/image" Target="../media/image45.png"/><Relationship Id="rId221" Type="http://schemas.openxmlformats.org/officeDocument/2006/relationships/customXml" Target="../ink/ink132.xml"/><Relationship Id="rId242" Type="http://schemas.openxmlformats.org/officeDocument/2006/relationships/image" Target="../media/image158.png"/><Relationship Id="rId37" Type="http://schemas.openxmlformats.org/officeDocument/2006/relationships/customXml" Target="../ink/ink40.xml"/><Relationship Id="rId58" Type="http://schemas.openxmlformats.org/officeDocument/2006/relationships/image" Target="../media/image66.png"/><Relationship Id="rId79" Type="http://schemas.openxmlformats.org/officeDocument/2006/relationships/customXml" Target="../ink/ink61.xml"/><Relationship Id="rId102" Type="http://schemas.openxmlformats.org/officeDocument/2006/relationships/image" Target="../media/image88.png"/><Relationship Id="rId123" Type="http://schemas.openxmlformats.org/officeDocument/2006/relationships/customXml" Target="../ink/ink83.xml"/><Relationship Id="rId144" Type="http://schemas.openxmlformats.org/officeDocument/2006/relationships/image" Target="../media/image109.png"/><Relationship Id="rId90" Type="http://schemas.openxmlformats.org/officeDocument/2006/relationships/image" Target="../media/image82.png"/><Relationship Id="rId165" Type="http://schemas.openxmlformats.org/officeDocument/2006/relationships/customXml" Target="../ink/ink104.xml"/><Relationship Id="rId186" Type="http://schemas.openxmlformats.org/officeDocument/2006/relationships/image" Target="../media/image130.png"/><Relationship Id="rId211" Type="http://schemas.openxmlformats.org/officeDocument/2006/relationships/customXml" Target="../ink/ink127.xml"/><Relationship Id="rId232" Type="http://schemas.openxmlformats.org/officeDocument/2006/relationships/image" Target="../media/image153.png"/><Relationship Id="rId253" Type="http://schemas.openxmlformats.org/officeDocument/2006/relationships/customXml" Target="../ink/ink148.xml"/><Relationship Id="rId27" Type="http://schemas.openxmlformats.org/officeDocument/2006/relationships/customXml" Target="../ink/ink35.xml"/><Relationship Id="rId48" Type="http://schemas.openxmlformats.org/officeDocument/2006/relationships/image" Target="../media/image61.png"/><Relationship Id="rId69" Type="http://schemas.openxmlformats.org/officeDocument/2006/relationships/customXml" Target="../ink/ink56.xml"/><Relationship Id="rId113" Type="http://schemas.openxmlformats.org/officeDocument/2006/relationships/customXml" Target="../ink/ink78.xml"/><Relationship Id="rId134" Type="http://schemas.openxmlformats.org/officeDocument/2006/relationships/image" Target="../media/image104.png"/><Relationship Id="rId80" Type="http://schemas.openxmlformats.org/officeDocument/2006/relationships/image" Target="../media/image77.png"/><Relationship Id="rId155" Type="http://schemas.openxmlformats.org/officeDocument/2006/relationships/customXml" Target="../ink/ink99.xml"/><Relationship Id="rId176" Type="http://schemas.openxmlformats.org/officeDocument/2006/relationships/image" Target="../media/image125.png"/><Relationship Id="rId197" Type="http://schemas.openxmlformats.org/officeDocument/2006/relationships/customXml" Target="../ink/ink120.xml"/><Relationship Id="rId201" Type="http://schemas.openxmlformats.org/officeDocument/2006/relationships/customXml" Target="../ink/ink122.xml"/><Relationship Id="rId222" Type="http://schemas.openxmlformats.org/officeDocument/2006/relationships/image" Target="../media/image148.png"/><Relationship Id="rId243" Type="http://schemas.openxmlformats.org/officeDocument/2006/relationships/customXml" Target="../ink/ink143.xml"/><Relationship Id="rId17" Type="http://schemas.openxmlformats.org/officeDocument/2006/relationships/customXml" Target="../ink/ink30.xml"/><Relationship Id="rId38" Type="http://schemas.openxmlformats.org/officeDocument/2006/relationships/image" Target="../media/image56.png"/><Relationship Id="rId59" Type="http://schemas.openxmlformats.org/officeDocument/2006/relationships/customXml" Target="../ink/ink51.xml"/><Relationship Id="rId103" Type="http://schemas.openxmlformats.org/officeDocument/2006/relationships/customXml" Target="../ink/ink73.xml"/><Relationship Id="rId124" Type="http://schemas.openxmlformats.org/officeDocument/2006/relationships/image" Target="../media/image99.png"/><Relationship Id="rId70" Type="http://schemas.openxmlformats.org/officeDocument/2006/relationships/image" Target="../media/image72.png"/><Relationship Id="rId91" Type="http://schemas.openxmlformats.org/officeDocument/2006/relationships/customXml" Target="../ink/ink67.xml"/><Relationship Id="rId145" Type="http://schemas.openxmlformats.org/officeDocument/2006/relationships/customXml" Target="../ink/ink94.xml"/><Relationship Id="rId166" Type="http://schemas.openxmlformats.org/officeDocument/2006/relationships/image" Target="../media/image120.png"/><Relationship Id="rId187" Type="http://schemas.openxmlformats.org/officeDocument/2006/relationships/customXml" Target="../ink/ink11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3.png"/><Relationship Id="rId233" Type="http://schemas.openxmlformats.org/officeDocument/2006/relationships/customXml" Target="../ink/ink138.xml"/><Relationship Id="rId254" Type="http://schemas.openxmlformats.org/officeDocument/2006/relationships/image" Target="../media/image164.png"/><Relationship Id="rId28" Type="http://schemas.openxmlformats.org/officeDocument/2006/relationships/image" Target="../media/image51.png"/><Relationship Id="rId49" Type="http://schemas.openxmlformats.org/officeDocument/2006/relationships/customXml" Target="../ink/ink46.xml"/><Relationship Id="rId114" Type="http://schemas.openxmlformats.org/officeDocument/2006/relationships/image" Target="../media/image94.png"/><Relationship Id="rId60" Type="http://schemas.openxmlformats.org/officeDocument/2006/relationships/image" Target="../media/image67.png"/><Relationship Id="rId81" Type="http://schemas.openxmlformats.org/officeDocument/2006/relationships/customXml" Target="../ink/ink62.xml"/><Relationship Id="rId135" Type="http://schemas.openxmlformats.org/officeDocument/2006/relationships/customXml" Target="../ink/ink89.xml"/><Relationship Id="rId156" Type="http://schemas.openxmlformats.org/officeDocument/2006/relationships/image" Target="../media/image115.png"/><Relationship Id="rId177" Type="http://schemas.openxmlformats.org/officeDocument/2006/relationships/customXml" Target="../ink/ink110.xml"/><Relationship Id="rId198" Type="http://schemas.openxmlformats.org/officeDocument/2006/relationships/image" Target="../media/image136.png"/><Relationship Id="rId202" Type="http://schemas.openxmlformats.org/officeDocument/2006/relationships/image" Target="../media/image138.png"/><Relationship Id="rId223" Type="http://schemas.openxmlformats.org/officeDocument/2006/relationships/customXml" Target="../ink/ink133.xml"/><Relationship Id="rId244" Type="http://schemas.openxmlformats.org/officeDocument/2006/relationships/image" Target="../media/image159.png"/><Relationship Id="rId18" Type="http://schemas.openxmlformats.org/officeDocument/2006/relationships/image" Target="../media/image46.png"/><Relationship Id="rId39" Type="http://schemas.openxmlformats.org/officeDocument/2006/relationships/customXml" Target="../ink/ink41.xml"/><Relationship Id="rId50" Type="http://schemas.openxmlformats.org/officeDocument/2006/relationships/image" Target="../media/image62.png"/><Relationship Id="rId104" Type="http://schemas.openxmlformats.org/officeDocument/2006/relationships/image" Target="../media/image89.png"/><Relationship Id="rId125" Type="http://schemas.openxmlformats.org/officeDocument/2006/relationships/customXml" Target="../ink/ink84.xml"/><Relationship Id="rId146" Type="http://schemas.openxmlformats.org/officeDocument/2006/relationships/image" Target="../media/image110.png"/><Relationship Id="rId167" Type="http://schemas.openxmlformats.org/officeDocument/2006/relationships/customXml" Target="../ink/ink105.xml"/><Relationship Id="rId188" Type="http://schemas.openxmlformats.org/officeDocument/2006/relationships/image" Target="../media/image131.png"/><Relationship Id="rId71" Type="http://schemas.openxmlformats.org/officeDocument/2006/relationships/customXml" Target="../ink/ink57.xml"/><Relationship Id="rId92" Type="http://schemas.openxmlformats.org/officeDocument/2006/relationships/image" Target="../media/image83.png"/><Relationship Id="rId213" Type="http://schemas.openxmlformats.org/officeDocument/2006/relationships/customXml" Target="../ink/ink128.xml"/><Relationship Id="rId234" Type="http://schemas.openxmlformats.org/officeDocument/2006/relationships/image" Target="../media/image154.png"/><Relationship Id="rId2" Type="http://schemas.openxmlformats.org/officeDocument/2006/relationships/image" Target="../media/image33.png"/><Relationship Id="rId29" Type="http://schemas.openxmlformats.org/officeDocument/2006/relationships/customXml" Target="../ink/ink36.xml"/><Relationship Id="rId255" Type="http://schemas.openxmlformats.org/officeDocument/2006/relationships/customXml" Target="../ink/ink149.xml"/><Relationship Id="rId40" Type="http://schemas.openxmlformats.org/officeDocument/2006/relationships/image" Target="../media/image57.png"/><Relationship Id="rId115" Type="http://schemas.openxmlformats.org/officeDocument/2006/relationships/customXml" Target="../ink/ink79.xml"/><Relationship Id="rId136" Type="http://schemas.openxmlformats.org/officeDocument/2006/relationships/image" Target="../media/image105.png"/><Relationship Id="rId157" Type="http://schemas.openxmlformats.org/officeDocument/2006/relationships/customXml" Target="../ink/ink100.xml"/><Relationship Id="rId178" Type="http://schemas.openxmlformats.org/officeDocument/2006/relationships/image" Target="../media/image126.png"/><Relationship Id="rId61" Type="http://schemas.openxmlformats.org/officeDocument/2006/relationships/customXml" Target="../ink/ink52.xml"/><Relationship Id="rId82" Type="http://schemas.openxmlformats.org/officeDocument/2006/relationships/image" Target="../media/image78.png"/><Relationship Id="rId199" Type="http://schemas.openxmlformats.org/officeDocument/2006/relationships/customXml" Target="../ink/ink121.xml"/><Relationship Id="rId203" Type="http://schemas.openxmlformats.org/officeDocument/2006/relationships/customXml" Target="../ink/ink123.xml"/><Relationship Id="rId19" Type="http://schemas.openxmlformats.org/officeDocument/2006/relationships/customXml" Target="../ink/ink31.xml"/><Relationship Id="rId224" Type="http://schemas.openxmlformats.org/officeDocument/2006/relationships/image" Target="../media/image149.png"/><Relationship Id="rId245" Type="http://schemas.openxmlformats.org/officeDocument/2006/relationships/customXml" Target="../ink/ink144.xml"/><Relationship Id="rId30" Type="http://schemas.openxmlformats.org/officeDocument/2006/relationships/image" Target="../media/image52.png"/><Relationship Id="rId105" Type="http://schemas.openxmlformats.org/officeDocument/2006/relationships/customXml" Target="../ink/ink74.xml"/><Relationship Id="rId126" Type="http://schemas.openxmlformats.org/officeDocument/2006/relationships/image" Target="../media/image100.png"/><Relationship Id="rId147" Type="http://schemas.openxmlformats.org/officeDocument/2006/relationships/customXml" Target="../ink/ink95.xml"/><Relationship Id="rId168" Type="http://schemas.openxmlformats.org/officeDocument/2006/relationships/image" Target="../media/image121.png"/><Relationship Id="rId51" Type="http://schemas.openxmlformats.org/officeDocument/2006/relationships/customXml" Target="../ink/ink47.xml"/><Relationship Id="rId72" Type="http://schemas.openxmlformats.org/officeDocument/2006/relationships/image" Target="../media/image73.png"/><Relationship Id="rId93" Type="http://schemas.openxmlformats.org/officeDocument/2006/relationships/customXml" Target="../ink/ink68.xml"/><Relationship Id="rId189" Type="http://schemas.openxmlformats.org/officeDocument/2006/relationships/customXml" Target="../ink/ink116.xml"/><Relationship Id="rId3" Type="http://schemas.openxmlformats.org/officeDocument/2006/relationships/image" Target="../media/image34.png"/><Relationship Id="rId214" Type="http://schemas.openxmlformats.org/officeDocument/2006/relationships/image" Target="../media/image144.png"/><Relationship Id="rId235" Type="http://schemas.openxmlformats.org/officeDocument/2006/relationships/customXml" Target="../ink/ink139.xml"/><Relationship Id="rId256" Type="http://schemas.openxmlformats.org/officeDocument/2006/relationships/image" Target="../media/image165.png"/><Relationship Id="rId116" Type="http://schemas.openxmlformats.org/officeDocument/2006/relationships/image" Target="../media/image95.png"/><Relationship Id="rId137" Type="http://schemas.openxmlformats.org/officeDocument/2006/relationships/customXml" Target="../ink/ink90.xml"/><Relationship Id="rId158" Type="http://schemas.openxmlformats.org/officeDocument/2006/relationships/image" Target="../media/image116.png"/><Relationship Id="rId20" Type="http://schemas.openxmlformats.org/officeDocument/2006/relationships/image" Target="../media/image47.png"/><Relationship Id="rId41" Type="http://schemas.openxmlformats.org/officeDocument/2006/relationships/customXml" Target="../ink/ink42.xml"/><Relationship Id="rId62" Type="http://schemas.openxmlformats.org/officeDocument/2006/relationships/image" Target="../media/image68.png"/><Relationship Id="rId83" Type="http://schemas.openxmlformats.org/officeDocument/2006/relationships/customXml" Target="../ink/ink63.xml"/><Relationship Id="rId179" Type="http://schemas.openxmlformats.org/officeDocument/2006/relationships/customXml" Target="../ink/ink111.xml"/><Relationship Id="rId190" Type="http://schemas.openxmlformats.org/officeDocument/2006/relationships/image" Target="../media/image132.png"/><Relationship Id="rId204" Type="http://schemas.openxmlformats.org/officeDocument/2006/relationships/image" Target="../media/image139.png"/><Relationship Id="rId225" Type="http://schemas.openxmlformats.org/officeDocument/2006/relationships/customXml" Target="../ink/ink134.xml"/><Relationship Id="rId246" Type="http://schemas.openxmlformats.org/officeDocument/2006/relationships/image" Target="../media/image160.png"/><Relationship Id="rId106" Type="http://schemas.openxmlformats.org/officeDocument/2006/relationships/image" Target="../media/image90.png"/><Relationship Id="rId127" Type="http://schemas.openxmlformats.org/officeDocument/2006/relationships/customXml" Target="../ink/ink85.xml"/><Relationship Id="rId10" Type="http://schemas.openxmlformats.org/officeDocument/2006/relationships/image" Target="../media/image41.png"/><Relationship Id="rId31" Type="http://schemas.openxmlformats.org/officeDocument/2006/relationships/customXml" Target="../ink/ink37.xml"/><Relationship Id="rId52" Type="http://schemas.openxmlformats.org/officeDocument/2006/relationships/image" Target="../media/image63.png"/><Relationship Id="rId73" Type="http://schemas.openxmlformats.org/officeDocument/2006/relationships/customXml" Target="../ink/ink58.xml"/><Relationship Id="rId94" Type="http://schemas.openxmlformats.org/officeDocument/2006/relationships/image" Target="../media/image84.png"/><Relationship Id="rId148" Type="http://schemas.openxmlformats.org/officeDocument/2006/relationships/image" Target="../media/image111.png"/><Relationship Id="rId169" Type="http://schemas.openxmlformats.org/officeDocument/2006/relationships/customXml" Target="../ink/ink106.xml"/><Relationship Id="rId4" Type="http://schemas.openxmlformats.org/officeDocument/2006/relationships/image" Target="../media/image35.png"/><Relationship Id="rId180" Type="http://schemas.openxmlformats.org/officeDocument/2006/relationships/image" Target="../media/image127.png"/><Relationship Id="rId215" Type="http://schemas.openxmlformats.org/officeDocument/2006/relationships/customXml" Target="../ink/ink129.xml"/><Relationship Id="rId236" Type="http://schemas.openxmlformats.org/officeDocument/2006/relationships/image" Target="../media/image155.png"/><Relationship Id="rId257" Type="http://schemas.openxmlformats.org/officeDocument/2006/relationships/customXml" Target="../ink/ink150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1.png"/><Relationship Id="rId21" Type="http://schemas.openxmlformats.org/officeDocument/2006/relationships/image" Target="../media/image183.png"/><Relationship Id="rId42" Type="http://schemas.openxmlformats.org/officeDocument/2006/relationships/customXml" Target="../ink/ink164.xml"/><Relationship Id="rId63" Type="http://schemas.openxmlformats.org/officeDocument/2006/relationships/image" Target="../media/image204.png"/><Relationship Id="rId84" Type="http://schemas.openxmlformats.org/officeDocument/2006/relationships/customXml" Target="../ink/ink185.xml"/><Relationship Id="rId138" Type="http://schemas.openxmlformats.org/officeDocument/2006/relationships/customXml" Target="../ink/ink212.xml"/><Relationship Id="rId107" Type="http://schemas.openxmlformats.org/officeDocument/2006/relationships/image" Target="../media/image226.png"/><Relationship Id="rId11" Type="http://schemas.openxmlformats.org/officeDocument/2006/relationships/image" Target="../media/image176.png"/><Relationship Id="rId32" Type="http://schemas.openxmlformats.org/officeDocument/2006/relationships/customXml" Target="../ink/ink159.xml"/><Relationship Id="rId53" Type="http://schemas.openxmlformats.org/officeDocument/2006/relationships/image" Target="../media/image199.png"/><Relationship Id="rId74" Type="http://schemas.openxmlformats.org/officeDocument/2006/relationships/customXml" Target="../ink/ink180.xml"/><Relationship Id="rId128" Type="http://schemas.openxmlformats.org/officeDocument/2006/relationships/customXml" Target="../ink/ink207.xml"/><Relationship Id="rId5" Type="http://schemas.openxmlformats.org/officeDocument/2006/relationships/image" Target="../media/image170.png"/><Relationship Id="rId90" Type="http://schemas.openxmlformats.org/officeDocument/2006/relationships/customXml" Target="../ink/ink188.xml"/><Relationship Id="rId95" Type="http://schemas.openxmlformats.org/officeDocument/2006/relationships/image" Target="../media/image220.png"/><Relationship Id="rId22" Type="http://schemas.openxmlformats.org/officeDocument/2006/relationships/customXml" Target="../ink/ink154.xml"/><Relationship Id="rId27" Type="http://schemas.openxmlformats.org/officeDocument/2006/relationships/image" Target="../media/image186.png"/><Relationship Id="rId43" Type="http://schemas.openxmlformats.org/officeDocument/2006/relationships/image" Target="../media/image194.png"/><Relationship Id="rId48" Type="http://schemas.openxmlformats.org/officeDocument/2006/relationships/customXml" Target="../ink/ink167.xml"/><Relationship Id="rId64" Type="http://schemas.openxmlformats.org/officeDocument/2006/relationships/customXml" Target="../ink/ink175.xml"/><Relationship Id="rId69" Type="http://schemas.openxmlformats.org/officeDocument/2006/relationships/image" Target="../media/image207.png"/><Relationship Id="rId113" Type="http://schemas.openxmlformats.org/officeDocument/2006/relationships/image" Target="../media/image229.png"/><Relationship Id="rId118" Type="http://schemas.openxmlformats.org/officeDocument/2006/relationships/customXml" Target="../ink/ink202.xml"/><Relationship Id="rId134" Type="http://schemas.openxmlformats.org/officeDocument/2006/relationships/customXml" Target="../ink/ink210.xml"/><Relationship Id="rId139" Type="http://schemas.openxmlformats.org/officeDocument/2006/relationships/image" Target="../media/image242.png"/><Relationship Id="rId80" Type="http://schemas.openxmlformats.org/officeDocument/2006/relationships/customXml" Target="../ink/ink183.xml"/><Relationship Id="rId85" Type="http://schemas.openxmlformats.org/officeDocument/2006/relationships/image" Target="../media/image215.png"/><Relationship Id="rId12" Type="http://schemas.openxmlformats.org/officeDocument/2006/relationships/image" Target="../media/image177.png"/><Relationship Id="rId17" Type="http://schemas.openxmlformats.org/officeDocument/2006/relationships/image" Target="../media/image181.png"/><Relationship Id="rId33" Type="http://schemas.openxmlformats.org/officeDocument/2006/relationships/image" Target="../media/image189.png"/><Relationship Id="rId38" Type="http://schemas.openxmlformats.org/officeDocument/2006/relationships/customXml" Target="../ink/ink162.xml"/><Relationship Id="rId59" Type="http://schemas.openxmlformats.org/officeDocument/2006/relationships/image" Target="../media/image202.png"/><Relationship Id="rId103" Type="http://schemas.openxmlformats.org/officeDocument/2006/relationships/image" Target="../media/image224.png"/><Relationship Id="rId108" Type="http://schemas.openxmlformats.org/officeDocument/2006/relationships/customXml" Target="../ink/ink197.xml"/><Relationship Id="rId124" Type="http://schemas.openxmlformats.org/officeDocument/2006/relationships/customXml" Target="../ink/ink205.xml"/><Relationship Id="rId129" Type="http://schemas.openxmlformats.org/officeDocument/2006/relationships/image" Target="../media/image237.png"/><Relationship Id="rId54" Type="http://schemas.openxmlformats.org/officeDocument/2006/relationships/customXml" Target="../ink/ink170.xml"/><Relationship Id="rId70" Type="http://schemas.openxmlformats.org/officeDocument/2006/relationships/customXml" Target="../ink/ink178.xml"/><Relationship Id="rId75" Type="http://schemas.openxmlformats.org/officeDocument/2006/relationships/image" Target="../media/image210.png"/><Relationship Id="rId91" Type="http://schemas.openxmlformats.org/officeDocument/2006/relationships/image" Target="../media/image218.png"/><Relationship Id="rId96" Type="http://schemas.openxmlformats.org/officeDocument/2006/relationships/customXml" Target="../ink/ink191.xml"/><Relationship Id="rId140" Type="http://schemas.openxmlformats.org/officeDocument/2006/relationships/customXml" Target="../ink/ink213.xml"/><Relationship Id="rId145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png"/><Relationship Id="rId23" Type="http://schemas.openxmlformats.org/officeDocument/2006/relationships/image" Target="../media/image184.png"/><Relationship Id="rId28" Type="http://schemas.openxmlformats.org/officeDocument/2006/relationships/customXml" Target="../ink/ink157.xml"/><Relationship Id="rId49" Type="http://schemas.openxmlformats.org/officeDocument/2006/relationships/image" Target="../media/image197.png"/><Relationship Id="rId114" Type="http://schemas.openxmlformats.org/officeDocument/2006/relationships/customXml" Target="../ink/ink200.xml"/><Relationship Id="rId119" Type="http://schemas.openxmlformats.org/officeDocument/2006/relationships/image" Target="../media/image232.png"/><Relationship Id="rId44" Type="http://schemas.openxmlformats.org/officeDocument/2006/relationships/customXml" Target="../ink/ink165.xml"/><Relationship Id="rId60" Type="http://schemas.openxmlformats.org/officeDocument/2006/relationships/customXml" Target="../ink/ink173.xml"/><Relationship Id="rId65" Type="http://schemas.openxmlformats.org/officeDocument/2006/relationships/image" Target="../media/image205.png"/><Relationship Id="rId81" Type="http://schemas.openxmlformats.org/officeDocument/2006/relationships/image" Target="../media/image213.png"/><Relationship Id="rId86" Type="http://schemas.openxmlformats.org/officeDocument/2006/relationships/customXml" Target="../ink/ink186.xml"/><Relationship Id="rId130" Type="http://schemas.openxmlformats.org/officeDocument/2006/relationships/customXml" Target="../ink/ink208.xml"/><Relationship Id="rId135" Type="http://schemas.openxmlformats.org/officeDocument/2006/relationships/image" Target="../media/image240.png"/><Relationship Id="rId13" Type="http://schemas.openxmlformats.org/officeDocument/2006/relationships/image" Target="../media/image178.png"/><Relationship Id="rId18" Type="http://schemas.openxmlformats.org/officeDocument/2006/relationships/customXml" Target="../ink/ink152.xml"/><Relationship Id="rId39" Type="http://schemas.openxmlformats.org/officeDocument/2006/relationships/image" Target="../media/image192.png"/><Relationship Id="rId109" Type="http://schemas.openxmlformats.org/officeDocument/2006/relationships/image" Target="../media/image227.png"/><Relationship Id="rId34" Type="http://schemas.openxmlformats.org/officeDocument/2006/relationships/customXml" Target="../ink/ink160.xml"/><Relationship Id="rId50" Type="http://schemas.openxmlformats.org/officeDocument/2006/relationships/customXml" Target="../ink/ink168.xml"/><Relationship Id="rId55" Type="http://schemas.openxmlformats.org/officeDocument/2006/relationships/image" Target="../media/image200.png"/><Relationship Id="rId76" Type="http://schemas.openxmlformats.org/officeDocument/2006/relationships/customXml" Target="../ink/ink181.xml"/><Relationship Id="rId97" Type="http://schemas.openxmlformats.org/officeDocument/2006/relationships/image" Target="../media/image221.png"/><Relationship Id="rId104" Type="http://schemas.openxmlformats.org/officeDocument/2006/relationships/customXml" Target="../ink/ink195.xml"/><Relationship Id="rId120" Type="http://schemas.openxmlformats.org/officeDocument/2006/relationships/customXml" Target="../ink/ink203.xml"/><Relationship Id="rId125" Type="http://schemas.openxmlformats.org/officeDocument/2006/relationships/image" Target="../media/image235.png"/><Relationship Id="rId141" Type="http://schemas.openxmlformats.org/officeDocument/2006/relationships/image" Target="../media/image243.png"/><Relationship Id="rId7" Type="http://schemas.openxmlformats.org/officeDocument/2006/relationships/image" Target="../media/image172.png"/><Relationship Id="rId71" Type="http://schemas.openxmlformats.org/officeDocument/2006/relationships/image" Target="../media/image208.png"/><Relationship Id="rId92" Type="http://schemas.openxmlformats.org/officeDocument/2006/relationships/customXml" Target="../ink/ink189.xml"/><Relationship Id="rId2" Type="http://schemas.openxmlformats.org/officeDocument/2006/relationships/image" Target="../media/image167.png"/><Relationship Id="rId29" Type="http://schemas.openxmlformats.org/officeDocument/2006/relationships/image" Target="../media/image187.png"/><Relationship Id="rId24" Type="http://schemas.openxmlformats.org/officeDocument/2006/relationships/customXml" Target="../ink/ink155.xml"/><Relationship Id="rId40" Type="http://schemas.openxmlformats.org/officeDocument/2006/relationships/customXml" Target="../ink/ink163.xml"/><Relationship Id="rId45" Type="http://schemas.openxmlformats.org/officeDocument/2006/relationships/image" Target="../media/image195.png"/><Relationship Id="rId66" Type="http://schemas.openxmlformats.org/officeDocument/2006/relationships/customXml" Target="../ink/ink176.xml"/><Relationship Id="rId87" Type="http://schemas.openxmlformats.org/officeDocument/2006/relationships/image" Target="../media/image216.png"/><Relationship Id="rId110" Type="http://schemas.openxmlformats.org/officeDocument/2006/relationships/customXml" Target="../ink/ink198.xml"/><Relationship Id="rId115" Type="http://schemas.openxmlformats.org/officeDocument/2006/relationships/image" Target="../media/image230.png"/><Relationship Id="rId131" Type="http://schemas.openxmlformats.org/officeDocument/2006/relationships/image" Target="../media/image238.png"/><Relationship Id="rId136" Type="http://schemas.openxmlformats.org/officeDocument/2006/relationships/customXml" Target="../ink/ink211.xml"/><Relationship Id="rId61" Type="http://schemas.openxmlformats.org/officeDocument/2006/relationships/image" Target="../media/image203.png"/><Relationship Id="rId82" Type="http://schemas.openxmlformats.org/officeDocument/2006/relationships/customXml" Target="../ink/ink184.xml"/><Relationship Id="rId19" Type="http://schemas.openxmlformats.org/officeDocument/2006/relationships/image" Target="../media/image182.png"/><Relationship Id="rId14" Type="http://schemas.openxmlformats.org/officeDocument/2006/relationships/image" Target="../media/image179.png"/><Relationship Id="rId30" Type="http://schemas.openxmlformats.org/officeDocument/2006/relationships/customXml" Target="../ink/ink158.xml"/><Relationship Id="rId35" Type="http://schemas.openxmlformats.org/officeDocument/2006/relationships/image" Target="../media/image190.png"/><Relationship Id="rId56" Type="http://schemas.openxmlformats.org/officeDocument/2006/relationships/customXml" Target="../ink/ink171.xml"/><Relationship Id="rId77" Type="http://schemas.openxmlformats.org/officeDocument/2006/relationships/image" Target="../media/image211.png"/><Relationship Id="rId100" Type="http://schemas.openxmlformats.org/officeDocument/2006/relationships/customXml" Target="../ink/ink193.xml"/><Relationship Id="rId105" Type="http://schemas.openxmlformats.org/officeDocument/2006/relationships/image" Target="../media/image225.png"/><Relationship Id="rId126" Type="http://schemas.openxmlformats.org/officeDocument/2006/relationships/customXml" Target="../ink/ink206.xml"/><Relationship Id="rId8" Type="http://schemas.openxmlformats.org/officeDocument/2006/relationships/image" Target="../media/image173.png"/><Relationship Id="rId51" Type="http://schemas.openxmlformats.org/officeDocument/2006/relationships/image" Target="../media/image198.png"/><Relationship Id="rId72" Type="http://schemas.openxmlformats.org/officeDocument/2006/relationships/customXml" Target="../ink/ink179.xml"/><Relationship Id="rId93" Type="http://schemas.openxmlformats.org/officeDocument/2006/relationships/image" Target="../media/image219.png"/><Relationship Id="rId98" Type="http://schemas.openxmlformats.org/officeDocument/2006/relationships/customXml" Target="../ink/ink192.xml"/><Relationship Id="rId121" Type="http://schemas.openxmlformats.org/officeDocument/2006/relationships/image" Target="../media/image233.png"/><Relationship Id="rId142" Type="http://schemas.openxmlformats.org/officeDocument/2006/relationships/customXml" Target="../ink/ink214.xml"/><Relationship Id="rId3" Type="http://schemas.openxmlformats.org/officeDocument/2006/relationships/image" Target="../media/image168.png"/><Relationship Id="rId25" Type="http://schemas.openxmlformats.org/officeDocument/2006/relationships/image" Target="../media/image185.png"/><Relationship Id="rId46" Type="http://schemas.openxmlformats.org/officeDocument/2006/relationships/customXml" Target="../ink/ink166.xml"/><Relationship Id="rId67" Type="http://schemas.openxmlformats.org/officeDocument/2006/relationships/image" Target="../media/image206.png"/><Relationship Id="rId116" Type="http://schemas.openxmlformats.org/officeDocument/2006/relationships/customXml" Target="../ink/ink201.xml"/><Relationship Id="rId137" Type="http://schemas.openxmlformats.org/officeDocument/2006/relationships/image" Target="../media/image241.png"/><Relationship Id="rId20" Type="http://schemas.openxmlformats.org/officeDocument/2006/relationships/customXml" Target="../ink/ink153.xml"/><Relationship Id="rId41" Type="http://schemas.openxmlformats.org/officeDocument/2006/relationships/image" Target="../media/image193.png"/><Relationship Id="rId62" Type="http://schemas.openxmlformats.org/officeDocument/2006/relationships/customXml" Target="../ink/ink174.xml"/><Relationship Id="rId83" Type="http://schemas.openxmlformats.org/officeDocument/2006/relationships/image" Target="../media/image214.png"/><Relationship Id="rId88" Type="http://schemas.openxmlformats.org/officeDocument/2006/relationships/customXml" Target="../ink/ink187.xml"/><Relationship Id="rId111" Type="http://schemas.openxmlformats.org/officeDocument/2006/relationships/image" Target="../media/image228.png"/><Relationship Id="rId132" Type="http://schemas.openxmlformats.org/officeDocument/2006/relationships/customXml" Target="../ink/ink209.xml"/><Relationship Id="rId15" Type="http://schemas.openxmlformats.org/officeDocument/2006/relationships/image" Target="../media/image180.png"/><Relationship Id="rId36" Type="http://schemas.openxmlformats.org/officeDocument/2006/relationships/customXml" Target="../ink/ink161.xml"/><Relationship Id="rId57" Type="http://schemas.openxmlformats.org/officeDocument/2006/relationships/image" Target="../media/image201.png"/><Relationship Id="rId106" Type="http://schemas.openxmlformats.org/officeDocument/2006/relationships/customXml" Target="../ink/ink196.xml"/><Relationship Id="rId127" Type="http://schemas.openxmlformats.org/officeDocument/2006/relationships/image" Target="../media/image236.png"/><Relationship Id="rId10" Type="http://schemas.openxmlformats.org/officeDocument/2006/relationships/image" Target="../media/image175.png"/><Relationship Id="rId31" Type="http://schemas.openxmlformats.org/officeDocument/2006/relationships/image" Target="../media/image188.png"/><Relationship Id="rId52" Type="http://schemas.openxmlformats.org/officeDocument/2006/relationships/customXml" Target="../ink/ink169.xml"/><Relationship Id="rId73" Type="http://schemas.openxmlformats.org/officeDocument/2006/relationships/image" Target="../media/image209.png"/><Relationship Id="rId78" Type="http://schemas.openxmlformats.org/officeDocument/2006/relationships/customXml" Target="../ink/ink182.xml"/><Relationship Id="rId94" Type="http://schemas.openxmlformats.org/officeDocument/2006/relationships/customXml" Target="../ink/ink190.xml"/><Relationship Id="rId99" Type="http://schemas.openxmlformats.org/officeDocument/2006/relationships/image" Target="../media/image222.png"/><Relationship Id="rId101" Type="http://schemas.openxmlformats.org/officeDocument/2006/relationships/image" Target="../media/image223.png"/><Relationship Id="rId122" Type="http://schemas.openxmlformats.org/officeDocument/2006/relationships/customXml" Target="../ink/ink204.xml"/><Relationship Id="rId143" Type="http://schemas.openxmlformats.org/officeDocument/2006/relationships/image" Target="../media/image244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26" Type="http://schemas.openxmlformats.org/officeDocument/2006/relationships/customXml" Target="../ink/ink156.xml"/><Relationship Id="rId47" Type="http://schemas.openxmlformats.org/officeDocument/2006/relationships/image" Target="../media/image196.png"/><Relationship Id="rId68" Type="http://schemas.openxmlformats.org/officeDocument/2006/relationships/customXml" Target="../ink/ink177.xml"/><Relationship Id="rId89" Type="http://schemas.openxmlformats.org/officeDocument/2006/relationships/image" Target="../media/image217.png"/><Relationship Id="rId112" Type="http://schemas.openxmlformats.org/officeDocument/2006/relationships/customXml" Target="../ink/ink199.xml"/><Relationship Id="rId133" Type="http://schemas.openxmlformats.org/officeDocument/2006/relationships/image" Target="../media/image239.png"/><Relationship Id="rId16" Type="http://schemas.openxmlformats.org/officeDocument/2006/relationships/customXml" Target="../ink/ink151.xml"/><Relationship Id="rId37" Type="http://schemas.openxmlformats.org/officeDocument/2006/relationships/image" Target="../media/image191.png"/><Relationship Id="rId58" Type="http://schemas.openxmlformats.org/officeDocument/2006/relationships/customXml" Target="../ink/ink172.xml"/><Relationship Id="rId79" Type="http://schemas.openxmlformats.org/officeDocument/2006/relationships/image" Target="../media/image212.png"/><Relationship Id="rId102" Type="http://schemas.openxmlformats.org/officeDocument/2006/relationships/customXml" Target="../ink/ink194.xml"/><Relationship Id="rId123" Type="http://schemas.openxmlformats.org/officeDocument/2006/relationships/image" Target="../media/image234.png"/><Relationship Id="rId144" Type="http://schemas.openxmlformats.org/officeDocument/2006/relationships/customXml" Target="../ink/ink2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20.xml"/><Relationship Id="rId18" Type="http://schemas.openxmlformats.org/officeDocument/2006/relationships/image" Target="../media/image255.png"/><Relationship Id="rId26" Type="http://schemas.openxmlformats.org/officeDocument/2006/relationships/image" Target="../media/image259.png"/><Relationship Id="rId39" Type="http://schemas.openxmlformats.org/officeDocument/2006/relationships/customXml" Target="../ink/ink233.xml"/><Relationship Id="rId21" Type="http://schemas.openxmlformats.org/officeDocument/2006/relationships/customXml" Target="../ink/ink224.xml"/><Relationship Id="rId34" Type="http://schemas.openxmlformats.org/officeDocument/2006/relationships/image" Target="../media/image263.png"/><Relationship Id="rId42" Type="http://schemas.openxmlformats.org/officeDocument/2006/relationships/image" Target="../media/image267.png"/><Relationship Id="rId47" Type="http://schemas.openxmlformats.org/officeDocument/2006/relationships/customXml" Target="../ink/ink237.xml"/><Relationship Id="rId50" Type="http://schemas.openxmlformats.org/officeDocument/2006/relationships/image" Target="../media/image271.png"/><Relationship Id="rId55" Type="http://schemas.openxmlformats.org/officeDocument/2006/relationships/customXml" Target="../ink/ink241.xml"/><Relationship Id="rId7" Type="http://schemas.openxmlformats.org/officeDocument/2006/relationships/customXml" Target="../ink/ink217.xml"/><Relationship Id="rId2" Type="http://schemas.openxmlformats.org/officeDocument/2006/relationships/image" Target="../media/image246.png"/><Relationship Id="rId16" Type="http://schemas.openxmlformats.org/officeDocument/2006/relationships/image" Target="../media/image254.png"/><Relationship Id="rId29" Type="http://schemas.openxmlformats.org/officeDocument/2006/relationships/customXml" Target="../ink/ink228.xml"/><Relationship Id="rId11" Type="http://schemas.openxmlformats.org/officeDocument/2006/relationships/customXml" Target="../ink/ink219.xml"/><Relationship Id="rId24" Type="http://schemas.openxmlformats.org/officeDocument/2006/relationships/image" Target="../media/image258.png"/><Relationship Id="rId32" Type="http://schemas.openxmlformats.org/officeDocument/2006/relationships/image" Target="../media/image262.png"/><Relationship Id="rId37" Type="http://schemas.openxmlformats.org/officeDocument/2006/relationships/customXml" Target="../ink/ink232.xml"/><Relationship Id="rId40" Type="http://schemas.openxmlformats.org/officeDocument/2006/relationships/image" Target="../media/image266.png"/><Relationship Id="rId45" Type="http://schemas.openxmlformats.org/officeDocument/2006/relationships/customXml" Target="../ink/ink236.xml"/><Relationship Id="rId53" Type="http://schemas.openxmlformats.org/officeDocument/2006/relationships/customXml" Target="../ink/ink240.xml"/><Relationship Id="rId58" Type="http://schemas.openxmlformats.org/officeDocument/2006/relationships/image" Target="../media/image275.png"/><Relationship Id="rId5" Type="http://schemas.openxmlformats.org/officeDocument/2006/relationships/customXml" Target="../ink/ink216.xml"/><Relationship Id="rId19" Type="http://schemas.openxmlformats.org/officeDocument/2006/relationships/customXml" Target="../ink/ink223.xml"/><Relationship Id="rId4" Type="http://schemas.openxmlformats.org/officeDocument/2006/relationships/image" Target="../media/image248.png"/><Relationship Id="rId9" Type="http://schemas.openxmlformats.org/officeDocument/2006/relationships/customXml" Target="../ink/ink218.xml"/><Relationship Id="rId14" Type="http://schemas.openxmlformats.org/officeDocument/2006/relationships/image" Target="../media/image253.png"/><Relationship Id="rId22" Type="http://schemas.openxmlformats.org/officeDocument/2006/relationships/image" Target="../media/image257.png"/><Relationship Id="rId27" Type="http://schemas.openxmlformats.org/officeDocument/2006/relationships/customXml" Target="../ink/ink227.xml"/><Relationship Id="rId30" Type="http://schemas.openxmlformats.org/officeDocument/2006/relationships/image" Target="../media/image261.png"/><Relationship Id="rId35" Type="http://schemas.openxmlformats.org/officeDocument/2006/relationships/customXml" Target="../ink/ink231.xml"/><Relationship Id="rId43" Type="http://schemas.openxmlformats.org/officeDocument/2006/relationships/customXml" Target="../ink/ink235.xml"/><Relationship Id="rId48" Type="http://schemas.openxmlformats.org/officeDocument/2006/relationships/image" Target="../media/image270.png"/><Relationship Id="rId56" Type="http://schemas.openxmlformats.org/officeDocument/2006/relationships/image" Target="../media/image274.png"/><Relationship Id="rId8" Type="http://schemas.openxmlformats.org/officeDocument/2006/relationships/image" Target="../media/image250.png"/><Relationship Id="rId51" Type="http://schemas.openxmlformats.org/officeDocument/2006/relationships/customXml" Target="../ink/ink239.xml"/><Relationship Id="rId3" Type="http://schemas.openxmlformats.org/officeDocument/2006/relationships/image" Target="../media/image247.png"/><Relationship Id="rId12" Type="http://schemas.openxmlformats.org/officeDocument/2006/relationships/image" Target="../media/image252.png"/><Relationship Id="rId17" Type="http://schemas.openxmlformats.org/officeDocument/2006/relationships/customXml" Target="../ink/ink222.xml"/><Relationship Id="rId25" Type="http://schemas.openxmlformats.org/officeDocument/2006/relationships/customXml" Target="../ink/ink226.xml"/><Relationship Id="rId33" Type="http://schemas.openxmlformats.org/officeDocument/2006/relationships/customXml" Target="../ink/ink230.xml"/><Relationship Id="rId38" Type="http://schemas.openxmlformats.org/officeDocument/2006/relationships/image" Target="../media/image265.png"/><Relationship Id="rId46" Type="http://schemas.openxmlformats.org/officeDocument/2006/relationships/image" Target="../media/image269.png"/><Relationship Id="rId59" Type="http://schemas.openxmlformats.org/officeDocument/2006/relationships/customXml" Target="../ink/ink243.xml"/><Relationship Id="rId20" Type="http://schemas.openxmlformats.org/officeDocument/2006/relationships/image" Target="../media/image256.png"/><Relationship Id="rId41" Type="http://schemas.openxmlformats.org/officeDocument/2006/relationships/customXml" Target="../ink/ink234.xml"/><Relationship Id="rId54" Type="http://schemas.openxmlformats.org/officeDocument/2006/relationships/image" Target="../media/image2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9.png"/><Relationship Id="rId15" Type="http://schemas.openxmlformats.org/officeDocument/2006/relationships/customXml" Target="../ink/ink221.xml"/><Relationship Id="rId23" Type="http://schemas.openxmlformats.org/officeDocument/2006/relationships/customXml" Target="../ink/ink225.xml"/><Relationship Id="rId28" Type="http://schemas.openxmlformats.org/officeDocument/2006/relationships/image" Target="../media/image260.png"/><Relationship Id="rId36" Type="http://schemas.openxmlformats.org/officeDocument/2006/relationships/image" Target="../media/image264.png"/><Relationship Id="rId49" Type="http://schemas.openxmlformats.org/officeDocument/2006/relationships/customXml" Target="../ink/ink238.xml"/><Relationship Id="rId57" Type="http://schemas.openxmlformats.org/officeDocument/2006/relationships/customXml" Target="../ink/ink242.xml"/><Relationship Id="rId10" Type="http://schemas.openxmlformats.org/officeDocument/2006/relationships/image" Target="../media/image251.png"/><Relationship Id="rId31" Type="http://schemas.openxmlformats.org/officeDocument/2006/relationships/customXml" Target="../ink/ink229.xml"/><Relationship Id="rId44" Type="http://schemas.openxmlformats.org/officeDocument/2006/relationships/image" Target="../media/image268.png"/><Relationship Id="rId52" Type="http://schemas.openxmlformats.org/officeDocument/2006/relationships/image" Target="../media/image272.png"/><Relationship Id="rId60" Type="http://schemas.openxmlformats.org/officeDocument/2006/relationships/image" Target="../media/image27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D02BF-8B16-47D4-B4DB-46D6BD032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3511" y="792871"/>
            <a:ext cx="8637073" cy="2541431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KUPT </a:t>
            </a:r>
            <a:r>
              <a:rPr lang="ko-KR" altLang="en-US" sz="5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튜터링</a:t>
            </a:r>
            <a:r>
              <a:rPr lang="ko-KR" altLang="en-US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진행 사례 </a:t>
            </a:r>
            <a:r>
              <a:rPr lang="en-US" altLang="ko-KR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 –</a:t>
            </a:r>
            <a:br>
              <a:rPr lang="en-US" altLang="ko-KR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br>
              <a:rPr lang="en-US" altLang="ko-KR" sz="54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3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튜터링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 구성을 중심으로</a:t>
            </a:r>
            <a:endParaRPr lang="ko-KR" altLang="en-US" sz="5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BA3600-14CE-4C97-B56E-9766F839B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3512" y="3521777"/>
            <a:ext cx="8637072" cy="977621"/>
          </a:xfrm>
        </p:spPr>
        <p:txBody>
          <a:bodyPr>
            <a:normAutofit fontScale="92500" lnSpcReduction="20000"/>
          </a:bodyPr>
          <a:lstStyle/>
          <a:p>
            <a:endParaRPr lang="en-US" altLang="ko-KR" dirty="0"/>
          </a:p>
          <a:p>
            <a:r>
              <a:rPr lang="ko-KR" altLang="en-US" sz="28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수학과</a:t>
            </a:r>
            <a:r>
              <a:rPr lang="en-US" altLang="ko-KR" sz="28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2020160042, </a:t>
            </a:r>
            <a:r>
              <a:rPr lang="ko-KR" altLang="en-US" sz="2800" i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주하늘</a:t>
            </a:r>
            <a:endParaRPr lang="ko-KR" altLang="en-US" sz="2800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6084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C175F-985E-4C2F-8AE7-9B7F8BB5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A99F-FEF2-40DA-9F6C-EB3FFF7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6120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2021-1</a:t>
            </a:r>
            <a:r>
              <a:rPr lang="ko-KR" altLang="en-US" dirty="0"/>
              <a:t>학기에 </a:t>
            </a:r>
            <a:r>
              <a:rPr lang="en-US" altLang="ko-KR" dirty="0"/>
              <a:t>&lt;</a:t>
            </a:r>
            <a:r>
              <a:rPr lang="ko-KR" altLang="en-US" dirty="0" err="1"/>
              <a:t>미적분학및연습</a:t>
            </a:r>
            <a:r>
              <a:rPr lang="en-US" altLang="ko-KR" dirty="0"/>
              <a:t>I&gt;(MATH161-01) </a:t>
            </a:r>
            <a:r>
              <a:rPr lang="ko-KR" altLang="en-US" dirty="0"/>
              <a:t>강의에 대한 </a:t>
            </a:r>
            <a:r>
              <a:rPr lang="ko-KR" altLang="en-US" dirty="0" err="1"/>
              <a:t>튜터링</a:t>
            </a:r>
            <a:r>
              <a:rPr lang="ko-KR" altLang="en-US" dirty="0"/>
              <a:t> 진행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매주 금요일 </a:t>
            </a:r>
            <a:r>
              <a:rPr lang="en-US" altLang="ko-KR" dirty="0"/>
              <a:t>3:00~5:30, </a:t>
            </a:r>
            <a:r>
              <a:rPr lang="ko-KR" altLang="en-US" dirty="0"/>
              <a:t>수학과 내 여분 강의실에서 실시간 온라인 강의 실시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튜터링</a:t>
            </a:r>
            <a:r>
              <a:rPr lang="ko-KR" altLang="en-US" dirty="0"/>
              <a:t> 일정</a:t>
            </a:r>
            <a:r>
              <a:rPr lang="en-US" altLang="ko-KR" dirty="0"/>
              <a:t>, </a:t>
            </a:r>
            <a:r>
              <a:rPr lang="ko-KR" altLang="en-US" dirty="0"/>
              <a:t>방식</a:t>
            </a:r>
            <a:r>
              <a:rPr lang="en-US" altLang="ko-KR" dirty="0"/>
              <a:t>, </a:t>
            </a:r>
            <a:r>
              <a:rPr lang="ko-KR" altLang="en-US" dirty="0"/>
              <a:t>장소 등은 </a:t>
            </a:r>
            <a:r>
              <a:rPr lang="ko-KR" altLang="en-US" dirty="0" err="1"/>
              <a:t>튜티들과</a:t>
            </a:r>
            <a:r>
              <a:rPr lang="ko-KR" altLang="en-US" dirty="0"/>
              <a:t> 상의 하에 안정적으로 마련해야 함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온라인 </a:t>
            </a:r>
            <a:r>
              <a:rPr lang="ko-KR" altLang="en-US" dirty="0" err="1"/>
              <a:t>튜터링</a:t>
            </a:r>
            <a:r>
              <a:rPr lang="ko-KR" altLang="en-US" dirty="0"/>
              <a:t> 도구 모음 </a:t>
            </a:r>
            <a:r>
              <a:rPr lang="en-US" altLang="ko-KR" dirty="0"/>
              <a:t>:    (</a:t>
            </a:r>
            <a:r>
              <a:rPr lang="en-US" altLang="ko-KR" dirty="0" err="1"/>
              <a:t>i</a:t>
            </a:r>
            <a:r>
              <a:rPr lang="en-US" altLang="ko-KR" dirty="0"/>
              <a:t>) </a:t>
            </a:r>
            <a:r>
              <a:rPr lang="ko-KR" altLang="en-US" dirty="0"/>
              <a:t>필기</a:t>
            </a:r>
            <a:r>
              <a:rPr lang="en-US" altLang="ko-KR" dirty="0"/>
              <a:t>(</a:t>
            </a:r>
            <a:r>
              <a:rPr lang="ko-KR" altLang="en-US" dirty="0"/>
              <a:t>판서</a:t>
            </a:r>
            <a:r>
              <a:rPr lang="en-US" altLang="ko-KR" dirty="0"/>
              <a:t>)</a:t>
            </a:r>
            <a:r>
              <a:rPr lang="ko-KR" altLang="en-US" dirty="0"/>
              <a:t> 플랫폼</a:t>
            </a:r>
            <a:r>
              <a:rPr lang="en-US" altLang="ko-KR" dirty="0"/>
              <a:t>, (ii) </a:t>
            </a:r>
            <a:r>
              <a:rPr lang="ko-KR" altLang="en-US" dirty="0"/>
              <a:t>강의자료</a:t>
            </a:r>
            <a:r>
              <a:rPr lang="en-US" altLang="ko-KR" dirty="0"/>
              <a:t>, (iii) </a:t>
            </a:r>
            <a:r>
              <a:rPr lang="ko-KR" altLang="en-US" dirty="0"/>
              <a:t>송출 프로그램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(</a:t>
            </a:r>
            <a:r>
              <a:rPr lang="en-US" altLang="ko-KR" dirty="0" err="1"/>
              <a:t>i</a:t>
            </a:r>
            <a:r>
              <a:rPr lang="en-US" altLang="ko-KR" dirty="0"/>
              <a:t>) </a:t>
            </a:r>
            <a:r>
              <a:rPr lang="ko-KR" altLang="en-US" dirty="0"/>
              <a:t>아이패드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.		</a:t>
            </a:r>
            <a:r>
              <a:rPr lang="en-US" altLang="ko-KR" dirty="0" err="1"/>
              <a:t>Icannote</a:t>
            </a:r>
            <a:r>
              <a:rPr lang="ko-KR" altLang="en-US" dirty="0"/>
              <a:t> 강의 프로그램 </a:t>
            </a:r>
            <a:r>
              <a:rPr lang="en-US" altLang="ko-KR" dirty="0"/>
              <a:t>+ XP-PEN pen tablet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뒷광고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아님미댜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(ii) </a:t>
            </a:r>
            <a:r>
              <a:rPr lang="ko-KR" altLang="en-US" dirty="0"/>
              <a:t>빈 화면</a:t>
            </a:r>
            <a:r>
              <a:rPr lang="en-US" altLang="ko-KR" dirty="0"/>
              <a:t>, </a:t>
            </a:r>
            <a:r>
              <a:rPr lang="ko-KR" altLang="en-US" dirty="0"/>
              <a:t>교재 </a:t>
            </a:r>
            <a:r>
              <a:rPr lang="en-US" altLang="ko-KR" dirty="0"/>
              <a:t>pdf </a:t>
            </a:r>
            <a:r>
              <a:rPr lang="ko-KR" altLang="en-US" dirty="0"/>
              <a:t>등</a:t>
            </a:r>
            <a:r>
              <a:rPr lang="en-US" altLang="ko-KR" dirty="0"/>
              <a:t>.	</a:t>
            </a:r>
            <a:r>
              <a:rPr lang="ko-KR" altLang="en-US" dirty="0"/>
              <a:t>자체교재</a:t>
            </a:r>
            <a:r>
              <a:rPr lang="en-US" altLang="ko-KR" dirty="0"/>
              <a:t> + Calculus Early Transcendentals, 8</a:t>
            </a:r>
            <a:r>
              <a:rPr lang="en-US" altLang="ko-KR" baseline="30000" dirty="0"/>
              <a:t>th</a:t>
            </a:r>
            <a:r>
              <a:rPr lang="en-US" altLang="ko-KR" dirty="0"/>
              <a:t> ed. pdf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(iii) zoom, collaborate </a:t>
            </a:r>
            <a:r>
              <a:rPr lang="ko-KR" altLang="en-US" dirty="0"/>
              <a:t>등</a:t>
            </a:r>
            <a:r>
              <a:rPr lang="en-US" altLang="ko-KR" dirty="0"/>
              <a:t>.	zoom </a:t>
            </a:r>
            <a:r>
              <a:rPr lang="ko-KR" altLang="en-US" dirty="0"/>
              <a:t>화면 공유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1556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C175F-985E-4C2F-8AE7-9B7F8BB5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무엇</a:t>
            </a:r>
            <a:r>
              <a:rPr lang="ko-KR" altLang="en-US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가르쳐야 하는가</a:t>
            </a:r>
            <a:r>
              <a:rPr lang="en-US" altLang="ko-KR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4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A99F-FEF2-40DA-9F6C-EB3FFF7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6780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튜티들의</a:t>
            </a:r>
            <a:r>
              <a:rPr lang="ko-KR" altLang="en-US" dirty="0"/>
              <a:t> 학습 보충 관점에서</a:t>
            </a:r>
            <a:r>
              <a:rPr lang="en-US" altLang="ko-KR" dirty="0"/>
              <a:t>…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b="1" dirty="0">
                <a:sym typeface="Wingdings" panose="05000000000000000000" pitchFamily="2" charset="2"/>
              </a:rPr>
              <a:t> 어차피 </a:t>
            </a:r>
            <a:r>
              <a:rPr lang="ko-KR" altLang="en-US" b="1" dirty="0" err="1">
                <a:sym typeface="Wingdings" panose="05000000000000000000" pitchFamily="2" charset="2"/>
              </a:rPr>
              <a:t>튜티들은</a:t>
            </a:r>
            <a:r>
              <a:rPr lang="ko-KR" altLang="en-US" b="1" dirty="0">
                <a:sym typeface="Wingdings" panose="05000000000000000000" pitchFamily="2" charset="2"/>
              </a:rPr>
              <a:t> 본 강의에서 내용을 접하게 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ko-KR" dirty="0"/>
              <a:t> </a:t>
            </a:r>
            <a:r>
              <a:rPr lang="ko-KR" altLang="en-US" dirty="0" err="1"/>
              <a:t>튜터들은</a:t>
            </a:r>
            <a:r>
              <a:rPr lang="ko-KR" altLang="en-US" dirty="0"/>
              <a:t> 해당 강의를 성공적으로 수강한 </a:t>
            </a:r>
            <a:r>
              <a:rPr lang="ko-KR" altLang="en-US" b="1" dirty="0"/>
              <a:t>학습 전문가</a:t>
            </a:r>
            <a:r>
              <a:rPr lang="ko-KR" altLang="en-US" dirty="0"/>
              <a:t>들이다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∴ (1)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이해하기 힘든 개념에 대한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자신의 접근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(2)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강의에서 다루지 않는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강의 내용의 활용 예시 및 심화 내용들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(3)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시간상 강의에서 풀어 주지 않는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연습문제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8038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C175F-985E-4C2F-8AE7-9B7F8BB5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4800" dirty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커리큘럼</a:t>
            </a:r>
            <a:r>
              <a:rPr lang="ko-KR" altLang="en-US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만들자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A99F-FEF2-40DA-9F6C-EB3FFF7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16" y="2015732"/>
            <a:ext cx="12781959" cy="36780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교수님들의 강의가 그렇듯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학기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튜터링을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진행하기 위해 학습 내용을 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단위로 나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누어서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생성하는 것을 추천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계획서에서 표를 채우도록 하지만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이상으로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내용을 언제 다루어야 할지를 일정이나 내용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간의 순서 등을 고려하여 계획하면 사고가 없다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1FC6FA-2143-4E2D-8FC5-DCD2F48E87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98" b="96863" l="9409" r="97581">
                        <a14:foregroundMark x1="51344" y1="96471" x2="40323" y2="96078"/>
                        <a14:foregroundMark x1="40323" y1="96078" x2="48656" y2="94118"/>
                        <a14:foregroundMark x1="48656" y1="94118" x2="43548" y2="96863"/>
                        <a14:foregroundMark x1="89516" y1="95294" x2="80645" y2="95294"/>
                        <a14:foregroundMark x1="80645" y1="95294" x2="72581" y2="55294"/>
                        <a14:foregroundMark x1="72581" y1="55294" x2="89247" y2="66667"/>
                        <a14:foregroundMark x1="89247" y1="66667" x2="93548" y2="96863"/>
                        <a14:foregroundMark x1="94086" y1="33725" x2="96774" y2="46667"/>
                        <a14:foregroundMark x1="96774" y1="46667" x2="91398" y2="39216"/>
                        <a14:foregroundMark x1="91398" y1="39216" x2="95430" y2="41961"/>
                        <a14:foregroundMark x1="97581" y1="62353" x2="97849" y2="66275"/>
                        <a14:foregroundMark x1="67473" y1="12157" x2="19355" y2="9804"/>
                        <a14:foregroundMark x1="19355" y1="9804" x2="40860" y2="5098"/>
                        <a14:foregroundMark x1="40860" y1="5098" x2="68817" y2="5882"/>
                      </a14:backgroundRemoval>
                    </a14:imgEffect>
                  </a14:imgLayer>
                </a14:imgProps>
              </a:ext>
            </a:extLst>
          </a:blip>
          <a:srcRect t="1522" r="1018"/>
          <a:stretch/>
        </p:blipFill>
        <p:spPr>
          <a:xfrm>
            <a:off x="5125380" y="2015732"/>
            <a:ext cx="6808954" cy="46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24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C175F-985E-4C2F-8AE7-9B7F8BB5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자신의 학습을 되돌아보자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A99F-FEF2-40DA-9F6C-EB3FFF7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6780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전체적인 강의 내용을 되짚어보며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자신을 비롯한 학생들이 어떤 부분을 어렵게 느꼈는지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그러한 부분을 어떻게 이해했는지 등등을 떠올리며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학습자 입장에서 재구성한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자신만의 강의 내용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가르쳐 보자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1E26BAC-D68E-4A2B-B011-51E590D5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31" y="3923411"/>
            <a:ext cx="4085996" cy="254874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D428608C-FC56-46A0-B8E3-F2A63318E973}"/>
              </a:ext>
            </a:extLst>
          </p:cNvPr>
          <p:cNvGrpSpPr/>
          <p:nvPr/>
        </p:nvGrpSpPr>
        <p:grpSpPr>
          <a:xfrm>
            <a:off x="5147035" y="4162306"/>
            <a:ext cx="6216534" cy="2167600"/>
            <a:chOff x="3344661" y="4850091"/>
            <a:chExt cx="5537346" cy="1930779"/>
          </a:xfrm>
        </p:grpSpPr>
        <p:pic>
          <p:nvPicPr>
            <p:cNvPr id="8" name="Picture 40">
              <a:extLst>
                <a:ext uri="{FF2B5EF4-FFF2-40B4-BE49-F238E27FC236}">
                  <a16:creationId xmlns:a16="http://schemas.microsoft.com/office/drawing/2014/main" id="{70F48CFE-7DC0-4D96-9007-AC3796E15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4661" y="4850091"/>
              <a:ext cx="2751339" cy="1930779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9" name="Picture 42">
              <a:extLst>
                <a:ext uri="{FF2B5EF4-FFF2-40B4-BE49-F238E27FC236}">
                  <a16:creationId xmlns:a16="http://schemas.microsoft.com/office/drawing/2014/main" id="{DC78813C-0D7E-484D-89CF-3478B07A4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4851215"/>
              <a:ext cx="2786007" cy="192965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05CAAC0-1401-4393-8DCD-3D5F4A07102A}"/>
              </a:ext>
            </a:extLst>
          </p:cNvPr>
          <p:cNvGrpSpPr/>
          <p:nvPr/>
        </p:nvGrpSpPr>
        <p:grpSpPr>
          <a:xfrm>
            <a:off x="3232952" y="3760638"/>
            <a:ext cx="452880" cy="290880"/>
            <a:chOff x="3232952" y="3760638"/>
            <a:chExt cx="45288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6D50C9B-3B12-49AE-9537-63C658184154}"/>
                    </a:ext>
                  </a:extLst>
                </p14:cNvPr>
                <p14:cNvContentPartPr/>
                <p14:nvPr/>
              </p14:nvContentPartPr>
              <p14:xfrm>
                <a:off x="3232952" y="3771438"/>
                <a:ext cx="127080" cy="100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6D50C9B-3B12-49AE-9537-63C6581841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24312" y="3762438"/>
                  <a:ext cx="144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5576D64-BBC4-4D3B-A3FA-B0DD45C156E9}"/>
                    </a:ext>
                  </a:extLst>
                </p14:cNvPr>
                <p14:cNvContentPartPr/>
                <p14:nvPr/>
              </p14:nvContentPartPr>
              <p14:xfrm>
                <a:off x="3289472" y="3913278"/>
                <a:ext cx="93240" cy="29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5576D64-BBC4-4D3B-A3FA-B0DD45C156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80832" y="3904278"/>
                  <a:ext cx="110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6F8C0F7-DBB2-4BA4-BD29-8468E01C541D}"/>
                    </a:ext>
                  </a:extLst>
                </p14:cNvPr>
                <p14:cNvContentPartPr/>
                <p14:nvPr/>
              </p14:nvContentPartPr>
              <p14:xfrm>
                <a:off x="3336632" y="3987078"/>
                <a:ext cx="74160" cy="644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6F8C0F7-DBB2-4BA4-BD29-8468E01C54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27992" y="3978438"/>
                  <a:ext cx="91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2C2E074-BF40-4397-B4B6-5E919A003637}"/>
                    </a:ext>
                  </a:extLst>
                </p14:cNvPr>
                <p14:cNvContentPartPr/>
                <p14:nvPr/>
              </p14:nvContentPartPr>
              <p14:xfrm>
                <a:off x="3487112" y="3784398"/>
                <a:ext cx="97560" cy="957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2C2E074-BF40-4397-B4B6-5E919A00363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8112" y="3775398"/>
                  <a:ext cx="115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7E0D1DA-B806-4B1D-B27B-DDCEBE7E5C34}"/>
                    </a:ext>
                  </a:extLst>
                </p14:cNvPr>
                <p14:cNvContentPartPr/>
                <p14:nvPr/>
              </p14:nvContentPartPr>
              <p14:xfrm>
                <a:off x="3504392" y="3872238"/>
                <a:ext cx="66600" cy="201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7E0D1DA-B806-4B1D-B27B-DDCEBE7E5C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95752" y="3863238"/>
                  <a:ext cx="84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8B7CAEC-8B83-406A-9469-89A9CC88C735}"/>
                    </a:ext>
                  </a:extLst>
                </p14:cNvPr>
                <p14:cNvContentPartPr/>
                <p14:nvPr/>
              </p14:nvContentPartPr>
              <p14:xfrm>
                <a:off x="3600512" y="3802038"/>
                <a:ext cx="60120" cy="62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8B7CAEC-8B83-406A-9469-89A9CC88C7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91872" y="3793038"/>
                  <a:ext cx="77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F721CFA9-4D8E-4742-9719-80C3F1A03397}"/>
                    </a:ext>
                  </a:extLst>
                </p14:cNvPr>
                <p14:cNvContentPartPr/>
                <p14:nvPr/>
              </p14:nvContentPartPr>
              <p14:xfrm>
                <a:off x="3672152" y="3760638"/>
                <a:ext cx="13680" cy="1317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F721CFA9-4D8E-4742-9719-80C3F1A033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63152" y="3751638"/>
                  <a:ext cx="3132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B4C3EF2A-ED70-4C3C-9ADE-0FAC65229266}"/>
                  </a:ext>
                </a:extLst>
              </p14:cNvPr>
              <p14:cNvContentPartPr/>
              <p14:nvPr/>
            </p14:nvContentPartPr>
            <p14:xfrm>
              <a:off x="3618872" y="3989598"/>
              <a:ext cx="63360" cy="7812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B4C3EF2A-ED70-4C3C-9ADE-0FAC6522926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09872" y="3980958"/>
                <a:ext cx="8100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그룹 30">
            <a:extLst>
              <a:ext uri="{FF2B5EF4-FFF2-40B4-BE49-F238E27FC236}">
                <a16:creationId xmlns:a16="http://schemas.microsoft.com/office/drawing/2014/main" id="{B311CA58-5FA1-4E0C-82D4-D039003BB013}"/>
              </a:ext>
            </a:extLst>
          </p:cNvPr>
          <p:cNvGrpSpPr/>
          <p:nvPr/>
        </p:nvGrpSpPr>
        <p:grpSpPr>
          <a:xfrm>
            <a:off x="3923792" y="3779718"/>
            <a:ext cx="563400" cy="266040"/>
            <a:chOff x="3923792" y="3779718"/>
            <a:chExt cx="56340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1431369-E7C0-4DF0-B484-9D15BBF9B47A}"/>
                    </a:ext>
                  </a:extLst>
                </p14:cNvPr>
                <p14:cNvContentPartPr/>
                <p14:nvPr/>
              </p14:nvContentPartPr>
              <p14:xfrm>
                <a:off x="3923792" y="3826878"/>
                <a:ext cx="84960" cy="946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1431369-E7C0-4DF0-B484-9D15BBF9B47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15152" y="3817878"/>
                  <a:ext cx="102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D686FA9-5044-4FC3-8F5D-9F1D532B12EC}"/>
                    </a:ext>
                  </a:extLst>
                </p14:cNvPr>
                <p14:cNvContentPartPr/>
                <p14:nvPr/>
              </p14:nvContentPartPr>
              <p14:xfrm>
                <a:off x="4024952" y="3823638"/>
                <a:ext cx="104040" cy="187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D686FA9-5044-4FC3-8F5D-9F1D532B12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16312" y="3814998"/>
                  <a:ext cx="121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A06D7B7-2B64-4795-AF40-064622837901}"/>
                    </a:ext>
                  </a:extLst>
                </p14:cNvPr>
                <p14:cNvContentPartPr/>
                <p14:nvPr/>
              </p14:nvContentPartPr>
              <p14:xfrm>
                <a:off x="4062752" y="3779718"/>
                <a:ext cx="103680" cy="2660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A06D7B7-2B64-4795-AF40-06462283790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54112" y="3771078"/>
                  <a:ext cx="121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FCED9B7-F3CB-4226-A0E0-CE268B3DDB58}"/>
                    </a:ext>
                  </a:extLst>
                </p14:cNvPr>
                <p14:cNvContentPartPr/>
                <p14:nvPr/>
              </p14:nvContentPartPr>
              <p14:xfrm>
                <a:off x="4269032" y="3875118"/>
                <a:ext cx="78120" cy="946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FCED9B7-F3CB-4226-A0E0-CE268B3DDB5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60032" y="3866478"/>
                  <a:ext cx="95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F24B20C-216C-4302-8269-511B843D2709}"/>
                    </a:ext>
                  </a:extLst>
                </p14:cNvPr>
                <p14:cNvContentPartPr/>
                <p14:nvPr/>
              </p14:nvContentPartPr>
              <p14:xfrm>
                <a:off x="4354712" y="3892758"/>
                <a:ext cx="80280" cy="187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F24B20C-216C-4302-8269-511B843D270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46072" y="3883758"/>
                  <a:ext cx="97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7AD7942-60FE-490D-A15A-872322AB7269}"/>
                    </a:ext>
                  </a:extLst>
                </p14:cNvPr>
                <p14:cNvContentPartPr/>
                <p14:nvPr/>
              </p14:nvContentPartPr>
              <p14:xfrm>
                <a:off x="4467752" y="3836598"/>
                <a:ext cx="19440" cy="1782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7AD7942-60FE-490D-A15A-872322AB726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458752" y="3827598"/>
                  <a:ext cx="370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F8BEBAA-FC54-46DE-8825-C51498E31910}"/>
              </a:ext>
            </a:extLst>
          </p:cNvPr>
          <p:cNvGrpSpPr/>
          <p:nvPr/>
        </p:nvGrpSpPr>
        <p:grpSpPr>
          <a:xfrm>
            <a:off x="10190312" y="3798438"/>
            <a:ext cx="706320" cy="330840"/>
            <a:chOff x="10190312" y="3798438"/>
            <a:chExt cx="70632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DE0DC329-E0C8-470E-A2A3-7FAE9E58D1B7}"/>
                    </a:ext>
                  </a:extLst>
                </p14:cNvPr>
                <p14:cNvContentPartPr/>
                <p14:nvPr/>
              </p14:nvContentPartPr>
              <p14:xfrm>
                <a:off x="10190312" y="3811038"/>
                <a:ext cx="140040" cy="1083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DE0DC329-E0C8-470E-A2A3-7FAE9E58D1B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81672" y="3802398"/>
                  <a:ext cx="157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A9666250-CE2A-4FAF-80FE-6332B0D5CF0F}"/>
                    </a:ext>
                  </a:extLst>
                </p14:cNvPr>
                <p14:cNvContentPartPr/>
                <p14:nvPr/>
              </p14:nvContentPartPr>
              <p14:xfrm>
                <a:off x="10406672" y="3808158"/>
                <a:ext cx="10440" cy="835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A9666250-CE2A-4FAF-80FE-6332B0D5CF0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98032" y="3799518"/>
                  <a:ext cx="28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4BF0C168-8430-4304-865B-51A0AAF49065}"/>
                    </a:ext>
                  </a:extLst>
                </p14:cNvPr>
                <p14:cNvContentPartPr/>
                <p14:nvPr/>
              </p14:nvContentPartPr>
              <p14:xfrm>
                <a:off x="10302632" y="3958998"/>
                <a:ext cx="77040" cy="1029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4BF0C168-8430-4304-865B-51A0AAF4906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293992" y="3949998"/>
                  <a:ext cx="94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53C68CC-42A3-436F-89A9-48A5C929F82B}"/>
                    </a:ext>
                  </a:extLst>
                </p14:cNvPr>
                <p14:cNvContentPartPr/>
                <p14:nvPr/>
              </p14:nvContentPartPr>
              <p14:xfrm>
                <a:off x="10320272" y="4007238"/>
                <a:ext cx="42840" cy="615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53C68CC-42A3-436F-89A9-48A5C929F82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11272" y="3998598"/>
                  <a:ext cx="60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3D4B44E0-1FF7-4A3E-8B32-B11AD9D97041}"/>
                    </a:ext>
                  </a:extLst>
                </p14:cNvPr>
                <p14:cNvContentPartPr/>
                <p14:nvPr/>
              </p14:nvContentPartPr>
              <p14:xfrm>
                <a:off x="10491632" y="3798438"/>
                <a:ext cx="64440" cy="194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3D4B44E0-1FF7-4A3E-8B32-B11AD9D9704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82992" y="3789438"/>
                  <a:ext cx="82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CEF1173A-33DF-4FE1-9DE5-CE389064F25D}"/>
                    </a:ext>
                  </a:extLst>
                </p14:cNvPr>
                <p14:cNvContentPartPr/>
                <p14:nvPr/>
              </p14:nvContentPartPr>
              <p14:xfrm>
                <a:off x="10499192" y="3864318"/>
                <a:ext cx="46800" cy="792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CEF1173A-33DF-4FE1-9DE5-CE389064F25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90552" y="3855318"/>
                  <a:ext cx="64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5817212-3AB1-4D8F-A0F8-786E89F8A2CC}"/>
                    </a:ext>
                  </a:extLst>
                </p14:cNvPr>
                <p14:cNvContentPartPr/>
                <p14:nvPr/>
              </p14:nvContentPartPr>
              <p14:xfrm>
                <a:off x="10511072" y="3920838"/>
                <a:ext cx="60840" cy="7452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5817212-3AB1-4D8F-A0F8-786E89F8A2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02072" y="3912198"/>
                  <a:ext cx="784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7D572E9-23E6-4B4F-BE45-FCDF0B252AA4}"/>
                    </a:ext>
                  </a:extLst>
                </p14:cNvPr>
                <p14:cNvContentPartPr/>
                <p14:nvPr/>
              </p14:nvContentPartPr>
              <p14:xfrm>
                <a:off x="10635632" y="3836598"/>
                <a:ext cx="45000" cy="10656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7D572E9-23E6-4B4F-BE45-FCDF0B252AA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626632" y="3827598"/>
                  <a:ext cx="62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B172A3FD-54C5-40F6-9A53-454A4E154156}"/>
                    </a:ext>
                  </a:extLst>
                </p14:cNvPr>
                <p14:cNvContentPartPr/>
                <p14:nvPr/>
              </p14:nvContentPartPr>
              <p14:xfrm>
                <a:off x="10586312" y="3996438"/>
                <a:ext cx="75960" cy="842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B172A3FD-54C5-40F6-9A53-454A4E15415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77312" y="3987438"/>
                  <a:ext cx="93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C2D5BE65-88D8-4E87-886D-B12AB6DF4AAC}"/>
                    </a:ext>
                  </a:extLst>
                </p14:cNvPr>
                <p14:cNvContentPartPr/>
                <p14:nvPr/>
              </p14:nvContentPartPr>
              <p14:xfrm>
                <a:off x="10586312" y="4055118"/>
                <a:ext cx="44280" cy="453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C2D5BE65-88D8-4E87-886D-B12AB6DF4AA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77672" y="4046478"/>
                  <a:ext cx="61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F01A1118-26A9-4887-93E2-3D29E300EBFD}"/>
                    </a:ext>
                  </a:extLst>
                </p14:cNvPr>
                <p14:cNvContentPartPr/>
                <p14:nvPr/>
              </p14:nvContentPartPr>
              <p14:xfrm>
                <a:off x="10746152" y="3839838"/>
                <a:ext cx="86040" cy="1184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F01A1118-26A9-4887-93E2-3D29E300EBF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37512" y="3830838"/>
                  <a:ext cx="103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92B55DC2-A902-4B83-8531-422BA50DA9AA}"/>
                    </a:ext>
                  </a:extLst>
                </p14:cNvPr>
                <p14:cNvContentPartPr/>
                <p14:nvPr/>
              </p14:nvContentPartPr>
              <p14:xfrm>
                <a:off x="10796912" y="3958998"/>
                <a:ext cx="15840" cy="4896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92B55DC2-A902-4B83-8531-422BA50DA9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87912" y="3949998"/>
                  <a:ext cx="33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D688620D-61AA-418D-A690-5608B02ED36D}"/>
                    </a:ext>
                  </a:extLst>
                </p14:cNvPr>
                <p14:cNvContentPartPr/>
                <p14:nvPr/>
              </p14:nvContentPartPr>
              <p14:xfrm>
                <a:off x="10755872" y="4005438"/>
                <a:ext cx="140760" cy="12384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D688620D-61AA-418D-A690-5608B02ED36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46872" y="3996798"/>
                  <a:ext cx="158400" cy="14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8862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F0E5E579-644A-4AB5-A3BB-95303970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92" y="295459"/>
            <a:ext cx="2893949" cy="41184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24C4D800-83BF-4E93-B88B-541BE15C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561" y="295459"/>
            <a:ext cx="2893949" cy="412838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28C5A751-5F96-43FF-97DC-CD672EDEC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61" y="4423848"/>
            <a:ext cx="2893948" cy="198599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Picture 19">
            <a:extLst>
              <a:ext uri="{FF2B5EF4-FFF2-40B4-BE49-F238E27FC236}">
                <a16:creationId xmlns:a16="http://schemas.microsoft.com/office/drawing/2014/main" id="{C9F73687-1306-4F31-9632-4083359C6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92" y="4726057"/>
            <a:ext cx="2893949" cy="19616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" name="Picture 24">
            <a:extLst>
              <a:ext uri="{FF2B5EF4-FFF2-40B4-BE49-F238E27FC236}">
                <a16:creationId xmlns:a16="http://schemas.microsoft.com/office/drawing/2014/main" id="{208AA71B-A777-47E4-A766-4E298AC30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505" y="394065"/>
            <a:ext cx="2849736" cy="18221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" name="Picture 25">
            <a:extLst>
              <a:ext uri="{FF2B5EF4-FFF2-40B4-BE49-F238E27FC236}">
                <a16:creationId xmlns:a16="http://schemas.microsoft.com/office/drawing/2014/main" id="{CD257E96-4735-46B8-AF90-0BA20A25F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305" y="317764"/>
            <a:ext cx="2845814" cy="197472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" name="Picture 28">
            <a:extLst>
              <a:ext uri="{FF2B5EF4-FFF2-40B4-BE49-F238E27FC236}">
                <a16:creationId xmlns:a16="http://schemas.microsoft.com/office/drawing/2014/main" id="{4375BE14-A9BF-4143-A8ED-44869E439D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7306" y="2292487"/>
            <a:ext cx="2845814" cy="194187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29">
            <a:extLst>
              <a:ext uri="{FF2B5EF4-FFF2-40B4-BE49-F238E27FC236}">
                <a16:creationId xmlns:a16="http://schemas.microsoft.com/office/drawing/2014/main" id="{B0F9AB4F-1834-46C6-A3AF-01552204E9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7306" y="4234364"/>
            <a:ext cx="2845814" cy="4815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4" name="Picture 52">
            <a:extLst>
              <a:ext uri="{FF2B5EF4-FFF2-40B4-BE49-F238E27FC236}">
                <a16:creationId xmlns:a16="http://schemas.microsoft.com/office/drawing/2014/main" id="{7FF9E69E-C2FB-43E0-ABE1-5D66ED45F5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8882" y="2524482"/>
            <a:ext cx="2893949" cy="1948053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BF124817-DABB-43D0-99A4-A08E7C17D202}"/>
              </a:ext>
            </a:extLst>
          </p:cNvPr>
          <p:cNvGrpSpPr/>
          <p:nvPr/>
        </p:nvGrpSpPr>
        <p:grpSpPr>
          <a:xfrm>
            <a:off x="3226118" y="4869338"/>
            <a:ext cx="5739763" cy="1866722"/>
            <a:chOff x="3273356" y="4723050"/>
            <a:chExt cx="5928413" cy="1970196"/>
          </a:xfrm>
        </p:grpSpPr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412B3367-93F9-4866-9DFB-10545182F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73356" y="4728597"/>
              <a:ext cx="2893949" cy="195910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7" name="Picture 5">
              <a:extLst>
                <a:ext uri="{FF2B5EF4-FFF2-40B4-BE49-F238E27FC236}">
                  <a16:creationId xmlns:a16="http://schemas.microsoft.com/office/drawing/2014/main" id="{853A4044-F039-4524-9804-C916EF05E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67305" y="4723050"/>
              <a:ext cx="3034464" cy="1970196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BE12DED-25B1-4ADA-80B6-628A046D7990}"/>
              </a:ext>
            </a:extLst>
          </p:cNvPr>
          <p:cNvGrpSpPr/>
          <p:nvPr/>
        </p:nvGrpSpPr>
        <p:grpSpPr>
          <a:xfrm>
            <a:off x="2035952" y="2448438"/>
            <a:ext cx="641880" cy="270000"/>
            <a:chOff x="2035952" y="2448438"/>
            <a:chExt cx="64188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4F15250-7E97-40C0-911A-20050C496C90}"/>
                    </a:ext>
                  </a:extLst>
                </p14:cNvPr>
                <p14:cNvContentPartPr/>
                <p14:nvPr/>
              </p14:nvContentPartPr>
              <p14:xfrm>
                <a:off x="2035952" y="2448438"/>
                <a:ext cx="74520" cy="212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4F15250-7E97-40C0-911A-20050C496C9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26952" y="2439798"/>
                  <a:ext cx="92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557A40D5-0097-4348-80FC-D503184BDCF8}"/>
                    </a:ext>
                  </a:extLst>
                </p14:cNvPr>
                <p14:cNvContentPartPr/>
                <p14:nvPr/>
              </p14:nvContentPartPr>
              <p14:xfrm>
                <a:off x="2054672" y="2491998"/>
                <a:ext cx="56160" cy="345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557A40D5-0097-4348-80FC-D503184BDCF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45672" y="2482998"/>
                  <a:ext cx="73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55CA26A2-1024-46E0-9B7B-6C20C33891DC}"/>
                    </a:ext>
                  </a:extLst>
                </p14:cNvPr>
                <p14:cNvContentPartPr/>
                <p14:nvPr/>
              </p14:nvContentPartPr>
              <p14:xfrm>
                <a:off x="2103632" y="2535198"/>
                <a:ext cx="45720" cy="547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55CA26A2-1024-46E0-9B7B-6C20C33891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94992" y="2526198"/>
                  <a:ext cx="633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9B6EAFA-12E8-49BA-994F-D2B47D233BD9}"/>
                    </a:ext>
                  </a:extLst>
                </p14:cNvPr>
                <p14:cNvContentPartPr/>
                <p14:nvPr/>
              </p14:nvContentPartPr>
              <p14:xfrm>
                <a:off x="2167712" y="2490198"/>
                <a:ext cx="65520" cy="5508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9B6EAFA-12E8-49BA-994F-D2B47D233BD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59072" y="2481558"/>
                  <a:ext cx="831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A66DE993-08ED-4EF3-A1B3-2074E4364F79}"/>
                    </a:ext>
                  </a:extLst>
                </p14:cNvPr>
                <p14:cNvContentPartPr/>
                <p14:nvPr/>
              </p14:nvContentPartPr>
              <p14:xfrm>
                <a:off x="2252672" y="2450598"/>
                <a:ext cx="9720" cy="1216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A66DE993-08ED-4EF3-A1B3-2074E4364F7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44032" y="2441958"/>
                  <a:ext cx="27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B8F3B622-6AE8-4FCE-9A8E-7B16B7BDFE0B}"/>
                    </a:ext>
                  </a:extLst>
                </p14:cNvPr>
                <p14:cNvContentPartPr/>
                <p14:nvPr/>
              </p14:nvContentPartPr>
              <p14:xfrm>
                <a:off x="2196152" y="2620158"/>
                <a:ext cx="68400" cy="622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B8F3B622-6AE8-4FCE-9A8E-7B16B7BDFE0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7512" y="2611158"/>
                  <a:ext cx="86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8BE0E7FE-C6AF-4649-A3CF-B210794DC957}"/>
                    </a:ext>
                  </a:extLst>
                </p14:cNvPr>
                <p14:cNvContentPartPr/>
                <p14:nvPr/>
              </p14:nvContentPartPr>
              <p14:xfrm>
                <a:off x="2325032" y="2497758"/>
                <a:ext cx="72360" cy="633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8BE0E7FE-C6AF-4649-A3CF-B210794DC95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16032" y="2489118"/>
                  <a:ext cx="90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813837DA-91F9-49CD-A413-45974EFDAD83}"/>
                    </a:ext>
                  </a:extLst>
                </p14:cNvPr>
                <p14:cNvContentPartPr/>
                <p14:nvPr/>
              </p14:nvContentPartPr>
              <p14:xfrm>
                <a:off x="2448152" y="2469318"/>
                <a:ext cx="12240" cy="8388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813837DA-91F9-49CD-A413-45974EFDAD8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39152" y="2460678"/>
                  <a:ext cx="29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5586F2A2-6AE0-4FFB-B82D-F92065348BB9}"/>
                    </a:ext>
                  </a:extLst>
                </p14:cNvPr>
                <p14:cNvContentPartPr/>
                <p14:nvPr/>
              </p14:nvContentPartPr>
              <p14:xfrm>
                <a:off x="2384792" y="2621238"/>
                <a:ext cx="62640" cy="972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5586F2A2-6AE0-4FFB-B82D-F92065348B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76152" y="2612238"/>
                  <a:ext cx="802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884A0E50-7BBA-4130-8E9E-DA51BC55906F}"/>
                    </a:ext>
                  </a:extLst>
                </p14:cNvPr>
                <p14:cNvContentPartPr/>
                <p14:nvPr/>
              </p14:nvContentPartPr>
              <p14:xfrm>
                <a:off x="2544992" y="2500998"/>
                <a:ext cx="57600" cy="7632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884A0E50-7BBA-4130-8E9E-DA51BC55906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36352" y="2492358"/>
                  <a:ext cx="75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08FCBE4D-2E87-4952-979D-CE79C7D7D822}"/>
                    </a:ext>
                  </a:extLst>
                </p14:cNvPr>
                <p14:cNvContentPartPr/>
                <p14:nvPr/>
              </p14:nvContentPartPr>
              <p14:xfrm>
                <a:off x="2544992" y="2625918"/>
                <a:ext cx="79560" cy="363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08FCBE4D-2E87-4952-979D-CE79C7D7D8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536352" y="2617278"/>
                  <a:ext cx="97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F6E9DF0A-E6FC-4095-9FA4-73D3DDDD3BA5}"/>
                    </a:ext>
                  </a:extLst>
                </p14:cNvPr>
                <p14:cNvContentPartPr/>
                <p14:nvPr/>
              </p14:nvContentPartPr>
              <p14:xfrm>
                <a:off x="2667392" y="2506758"/>
                <a:ext cx="10440" cy="1314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F6E9DF0A-E6FC-4095-9FA4-73D3DDDD3BA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58752" y="2498118"/>
                  <a:ext cx="280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D93D9A6-9C35-4CE1-BA25-A0CA123AC140}"/>
              </a:ext>
            </a:extLst>
          </p:cNvPr>
          <p:cNvGrpSpPr/>
          <p:nvPr/>
        </p:nvGrpSpPr>
        <p:grpSpPr>
          <a:xfrm>
            <a:off x="2835512" y="2478318"/>
            <a:ext cx="219600" cy="160200"/>
            <a:chOff x="2835512" y="2478318"/>
            <a:chExt cx="21960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6F88BB60-3A33-4904-ABBC-2D72499F732E}"/>
                    </a:ext>
                  </a:extLst>
                </p14:cNvPr>
                <p14:cNvContentPartPr/>
                <p14:nvPr/>
              </p14:nvContentPartPr>
              <p14:xfrm>
                <a:off x="2835512" y="2536998"/>
                <a:ext cx="55800" cy="5760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6F88BB60-3A33-4904-ABBC-2D72499F73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26512" y="2528358"/>
                  <a:ext cx="73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2ADDC5F6-8165-4D17-83A4-B7C312625B50}"/>
                    </a:ext>
                  </a:extLst>
                </p14:cNvPr>
                <p14:cNvContentPartPr/>
                <p14:nvPr/>
              </p14:nvContentPartPr>
              <p14:xfrm>
                <a:off x="2893472" y="2520078"/>
                <a:ext cx="70560" cy="154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2ADDC5F6-8165-4D17-83A4-B7C312625B5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84832" y="2511078"/>
                  <a:ext cx="88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F11092C9-49E7-4B4C-A038-F7F4F4CF5875}"/>
                    </a:ext>
                  </a:extLst>
                </p14:cNvPr>
                <p14:cNvContentPartPr/>
                <p14:nvPr/>
              </p14:nvContentPartPr>
              <p14:xfrm>
                <a:off x="2931632" y="2488038"/>
                <a:ext cx="66240" cy="1126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F11092C9-49E7-4B4C-A038-F7F4F4CF587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22632" y="2479398"/>
                  <a:ext cx="83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C7C533DA-9BF8-41D4-B050-AFF769708C22}"/>
                    </a:ext>
                  </a:extLst>
                </p14:cNvPr>
                <p14:cNvContentPartPr/>
                <p14:nvPr/>
              </p14:nvContentPartPr>
              <p14:xfrm>
                <a:off x="3043952" y="2478318"/>
                <a:ext cx="11160" cy="16020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C7C533DA-9BF8-41D4-B050-AFF769708C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35312" y="2469318"/>
                  <a:ext cx="288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04EF669-AFE1-4271-87C8-61132544FC16}"/>
              </a:ext>
            </a:extLst>
          </p:cNvPr>
          <p:cNvGrpSpPr/>
          <p:nvPr/>
        </p:nvGrpSpPr>
        <p:grpSpPr>
          <a:xfrm>
            <a:off x="2356352" y="4552638"/>
            <a:ext cx="650880" cy="282960"/>
            <a:chOff x="2356352" y="4552638"/>
            <a:chExt cx="65088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E29F1AB5-E540-4652-8865-9CD998459FA1}"/>
                    </a:ext>
                  </a:extLst>
                </p14:cNvPr>
                <p14:cNvContentPartPr/>
                <p14:nvPr/>
              </p14:nvContentPartPr>
              <p14:xfrm>
                <a:off x="2356352" y="4622478"/>
                <a:ext cx="74160" cy="1188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E29F1AB5-E540-4652-8865-9CD998459FA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47712" y="4613838"/>
                  <a:ext cx="91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87C5D5FA-AFC6-457A-A609-360F9962F0CD}"/>
                    </a:ext>
                  </a:extLst>
                </p14:cNvPr>
                <p14:cNvContentPartPr/>
                <p14:nvPr/>
              </p14:nvContentPartPr>
              <p14:xfrm>
                <a:off x="2365712" y="4686558"/>
                <a:ext cx="75600" cy="954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87C5D5FA-AFC6-457A-A609-360F9962F0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56712" y="4677558"/>
                  <a:ext cx="93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E8DCA08E-8E63-4134-88E6-81222341033F}"/>
                    </a:ext>
                  </a:extLst>
                </p14:cNvPr>
                <p14:cNvContentPartPr/>
                <p14:nvPr/>
              </p14:nvContentPartPr>
              <p14:xfrm>
                <a:off x="2431952" y="4741278"/>
                <a:ext cx="20880" cy="244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E8DCA08E-8E63-4134-88E6-8122234103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22952" y="4732638"/>
                  <a:ext cx="38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4EB44438-66EA-4838-A227-B3C033ADB98A}"/>
                    </a:ext>
                  </a:extLst>
                </p14:cNvPr>
                <p14:cNvContentPartPr/>
                <p14:nvPr/>
              </p14:nvContentPartPr>
              <p14:xfrm>
                <a:off x="2516912" y="4646598"/>
                <a:ext cx="15480" cy="15048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4EB44438-66EA-4838-A227-B3C033ADB98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07912" y="4637958"/>
                  <a:ext cx="33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A2151B6B-3FE9-4996-BF87-DD195000FF99}"/>
                    </a:ext>
                  </a:extLst>
                </p14:cNvPr>
                <p14:cNvContentPartPr/>
                <p14:nvPr/>
              </p14:nvContentPartPr>
              <p14:xfrm>
                <a:off x="2582432" y="4565958"/>
                <a:ext cx="45360" cy="1548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A2151B6B-3FE9-4996-BF87-DD195000FF9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73792" y="4556958"/>
                  <a:ext cx="63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EFBBD0B5-D6BD-44CA-9741-BB1EF45BEDF0}"/>
                    </a:ext>
                  </a:extLst>
                </p14:cNvPr>
                <p14:cNvContentPartPr/>
                <p14:nvPr/>
              </p14:nvContentPartPr>
              <p14:xfrm>
                <a:off x="2573432" y="4602678"/>
                <a:ext cx="87480" cy="3528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EFBBD0B5-D6BD-44CA-9741-BB1EF45BEDF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64792" y="4593678"/>
                  <a:ext cx="105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16C37AD1-E339-4495-9E7A-D309937B9115}"/>
                    </a:ext>
                  </a:extLst>
                </p14:cNvPr>
                <p14:cNvContentPartPr/>
                <p14:nvPr/>
              </p14:nvContentPartPr>
              <p14:xfrm>
                <a:off x="2619152" y="4656318"/>
                <a:ext cx="56160" cy="1072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16C37AD1-E339-4495-9E7A-D309937B91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10152" y="4647678"/>
                  <a:ext cx="73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9BCC9F7D-D151-4B34-A63C-61065FB39790}"/>
                    </a:ext>
                  </a:extLst>
                </p14:cNvPr>
                <p14:cNvContentPartPr/>
                <p14:nvPr/>
              </p14:nvContentPartPr>
              <p14:xfrm>
                <a:off x="2637152" y="4747398"/>
                <a:ext cx="66600" cy="2232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9BCC9F7D-D151-4B34-A63C-61065FB397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28152" y="4738758"/>
                  <a:ext cx="84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69469995-5427-4BC6-885E-69F4559661FB}"/>
                    </a:ext>
                  </a:extLst>
                </p14:cNvPr>
                <p14:cNvContentPartPr/>
                <p14:nvPr/>
              </p14:nvContentPartPr>
              <p14:xfrm>
                <a:off x="2742992" y="4609158"/>
                <a:ext cx="45720" cy="9000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69469995-5427-4BC6-885E-69F4559661F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33992" y="4600518"/>
                  <a:ext cx="63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F4256E84-ACB9-450E-A889-A36F484AE354}"/>
                    </a:ext>
                  </a:extLst>
                </p14:cNvPr>
                <p14:cNvContentPartPr/>
                <p14:nvPr/>
              </p14:nvContentPartPr>
              <p14:xfrm>
                <a:off x="2714552" y="4778718"/>
                <a:ext cx="74160" cy="5400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F4256E84-ACB9-450E-A889-A36F484AE35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05912" y="4770078"/>
                  <a:ext cx="91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E99E8DDB-C9ED-4501-B790-847B51844C62}"/>
                    </a:ext>
                  </a:extLst>
                </p14:cNvPr>
                <p14:cNvContentPartPr/>
                <p14:nvPr/>
              </p14:nvContentPartPr>
              <p14:xfrm>
                <a:off x="2845952" y="4562358"/>
                <a:ext cx="19440" cy="1026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E99E8DDB-C9ED-4501-B790-847B51844C6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837312" y="4553358"/>
                  <a:ext cx="37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94D773E1-287B-431F-B739-E1E553AE76A7}"/>
                    </a:ext>
                  </a:extLst>
                </p14:cNvPr>
                <p14:cNvContentPartPr/>
                <p14:nvPr/>
              </p14:nvContentPartPr>
              <p14:xfrm>
                <a:off x="2912912" y="4571358"/>
                <a:ext cx="9360" cy="831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94D773E1-287B-431F-B739-E1E553AE76A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03912" y="4562718"/>
                  <a:ext cx="27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68807AA9-89A8-4FA3-96E5-61841D9A91FC}"/>
                    </a:ext>
                  </a:extLst>
                </p14:cNvPr>
                <p14:cNvContentPartPr/>
                <p14:nvPr/>
              </p14:nvContentPartPr>
              <p14:xfrm>
                <a:off x="2865392" y="4626078"/>
                <a:ext cx="31680" cy="4932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68807AA9-89A8-4FA3-96E5-61841D9A91F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856392" y="4617438"/>
                  <a:ext cx="49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B43F8C2-9C88-4253-B17D-DA4544DA5728}"/>
                    </a:ext>
                  </a:extLst>
                </p14:cNvPr>
                <p14:cNvContentPartPr/>
                <p14:nvPr/>
              </p14:nvContentPartPr>
              <p14:xfrm>
                <a:off x="2940632" y="4552638"/>
                <a:ext cx="66600" cy="10296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B43F8C2-9C88-4253-B17D-DA4544DA572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931992" y="4543998"/>
                  <a:ext cx="84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4B476539-BB92-458F-B986-1A2C6D3D9C47}"/>
                    </a:ext>
                  </a:extLst>
                </p14:cNvPr>
                <p14:cNvContentPartPr/>
                <p14:nvPr/>
              </p14:nvContentPartPr>
              <p14:xfrm>
                <a:off x="2912552" y="4731558"/>
                <a:ext cx="12600" cy="9000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4B476539-BB92-458F-B986-1A2C6D3D9C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03912" y="4722918"/>
                  <a:ext cx="30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4467FD3E-709E-4D65-AEE0-A876DCE8A121}"/>
                    </a:ext>
                  </a:extLst>
                </p14:cNvPr>
                <p14:cNvContentPartPr/>
                <p14:nvPr/>
              </p14:nvContentPartPr>
              <p14:xfrm>
                <a:off x="2990312" y="4731558"/>
                <a:ext cx="7560" cy="8316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4467FD3E-709E-4D65-AEE0-A876DCE8A1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81312" y="4722918"/>
                  <a:ext cx="25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AB5F22FD-168F-4CDA-961E-8263C9DB6227}"/>
                    </a:ext>
                  </a:extLst>
                </p14:cNvPr>
                <p14:cNvContentPartPr/>
                <p14:nvPr/>
              </p14:nvContentPartPr>
              <p14:xfrm>
                <a:off x="2940632" y="4774758"/>
                <a:ext cx="51120" cy="432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AB5F22FD-168F-4CDA-961E-8263C9DB622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31992" y="4765758"/>
                  <a:ext cx="68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15BB6374-1B37-42CB-BF83-1F38D0CCEA1F}"/>
                    </a:ext>
                  </a:extLst>
                </p14:cNvPr>
                <p14:cNvContentPartPr/>
                <p14:nvPr/>
              </p14:nvContentPartPr>
              <p14:xfrm>
                <a:off x="2931632" y="4829838"/>
                <a:ext cx="54360" cy="576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15BB6374-1B37-42CB-BF83-1F38D0CCEA1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922632" y="4820838"/>
                  <a:ext cx="72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ECD76A67-4F26-4EA1-A9DC-E7F7F4CA85FC}"/>
              </a:ext>
            </a:extLst>
          </p:cNvPr>
          <p:cNvGrpSpPr/>
          <p:nvPr/>
        </p:nvGrpSpPr>
        <p:grpSpPr>
          <a:xfrm>
            <a:off x="5750072" y="122118"/>
            <a:ext cx="943560" cy="307800"/>
            <a:chOff x="5750072" y="122118"/>
            <a:chExt cx="94356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150C8884-CF39-4348-8294-C297FBE0E3CB}"/>
                    </a:ext>
                  </a:extLst>
                </p14:cNvPr>
                <p14:cNvContentPartPr/>
                <p14:nvPr/>
              </p14:nvContentPartPr>
              <p14:xfrm>
                <a:off x="5750072" y="210318"/>
                <a:ext cx="155880" cy="3924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150C8884-CF39-4348-8294-C297FBE0E3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41432" y="201318"/>
                  <a:ext cx="173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9D1F6220-E9FC-4EAC-8256-124AA60E4E1B}"/>
                    </a:ext>
                  </a:extLst>
                </p14:cNvPr>
                <p14:cNvContentPartPr/>
                <p14:nvPr/>
              </p14:nvContentPartPr>
              <p14:xfrm>
                <a:off x="5810192" y="291678"/>
                <a:ext cx="118440" cy="349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9D1F6220-E9FC-4EAC-8256-124AA60E4E1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801552" y="283038"/>
                  <a:ext cx="136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A3D882E4-DA20-4275-9CB9-ED789D4C2A1F}"/>
                    </a:ext>
                  </a:extLst>
                </p14:cNvPr>
                <p14:cNvContentPartPr/>
                <p14:nvPr/>
              </p14:nvContentPartPr>
              <p14:xfrm>
                <a:off x="5863112" y="359358"/>
                <a:ext cx="84240" cy="7056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A3D882E4-DA20-4275-9CB9-ED789D4C2A1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854112" y="350718"/>
                  <a:ext cx="101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904042B9-3095-4AEE-8385-2AE28FDCA9D4}"/>
                    </a:ext>
                  </a:extLst>
                </p14:cNvPr>
                <p14:cNvContentPartPr/>
                <p14:nvPr/>
              </p14:nvContentPartPr>
              <p14:xfrm>
                <a:off x="6014312" y="197718"/>
                <a:ext cx="77040" cy="17604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904042B9-3095-4AEE-8385-2AE28FDCA9D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05312" y="188718"/>
                  <a:ext cx="94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AEB9A6E9-E38D-4503-B705-97F5CE9A81B4}"/>
                    </a:ext>
                  </a:extLst>
                </p14:cNvPr>
                <p14:cNvContentPartPr/>
                <p14:nvPr/>
              </p14:nvContentPartPr>
              <p14:xfrm>
                <a:off x="6107912" y="197718"/>
                <a:ext cx="14400" cy="16920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AEB9A6E9-E38D-4503-B705-97F5CE9A81B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98912" y="188718"/>
                  <a:ext cx="32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D5D06018-C7FC-4F75-B975-AD6816968BA1}"/>
                    </a:ext>
                  </a:extLst>
                </p14:cNvPr>
                <p14:cNvContentPartPr/>
                <p14:nvPr/>
              </p14:nvContentPartPr>
              <p14:xfrm>
                <a:off x="6188552" y="178998"/>
                <a:ext cx="89640" cy="8136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D5D06018-C7FC-4F75-B975-AD6816968BA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79912" y="169998"/>
                  <a:ext cx="107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76B69997-C425-48C9-9F40-78D81AD78947}"/>
                    </a:ext>
                  </a:extLst>
                </p14:cNvPr>
                <p14:cNvContentPartPr/>
                <p14:nvPr/>
              </p14:nvContentPartPr>
              <p14:xfrm>
                <a:off x="6306632" y="122118"/>
                <a:ext cx="104040" cy="13104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76B69997-C425-48C9-9F40-78D81AD7894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97632" y="113478"/>
                  <a:ext cx="121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A120B7DD-444C-4E18-974A-6A3820C7A50B}"/>
                    </a:ext>
                  </a:extLst>
                </p14:cNvPr>
                <p14:cNvContentPartPr/>
                <p14:nvPr/>
              </p14:nvContentPartPr>
              <p14:xfrm>
                <a:off x="6325352" y="145878"/>
                <a:ext cx="205920" cy="21960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A120B7DD-444C-4E18-974A-6A3820C7A50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16352" y="136878"/>
                  <a:ext cx="223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08B15C29-FCFC-4060-A83F-83DA18200B69}"/>
                    </a:ext>
                  </a:extLst>
                </p14:cNvPr>
                <p14:cNvContentPartPr/>
                <p14:nvPr/>
              </p14:nvContentPartPr>
              <p14:xfrm>
                <a:off x="6489152" y="207078"/>
                <a:ext cx="40680" cy="1224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08B15C29-FCFC-4060-A83F-83DA18200B6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80152" y="198438"/>
                  <a:ext cx="58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B87F26E9-07FC-414F-B2A9-2148DEC8EBC8}"/>
                    </a:ext>
                  </a:extLst>
                </p14:cNvPr>
                <p14:cNvContentPartPr/>
                <p14:nvPr/>
              </p14:nvContentPartPr>
              <p14:xfrm>
                <a:off x="6515792" y="263238"/>
                <a:ext cx="42480" cy="7488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B87F26E9-07FC-414F-B2A9-2148DEC8EB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06792" y="254598"/>
                  <a:ext cx="60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08C44074-CD4C-45E3-AF95-0C6E953DC436}"/>
                    </a:ext>
                  </a:extLst>
                </p14:cNvPr>
                <p14:cNvContentPartPr/>
                <p14:nvPr/>
              </p14:nvContentPartPr>
              <p14:xfrm>
                <a:off x="6626672" y="149118"/>
                <a:ext cx="45000" cy="13104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08C44074-CD4C-45E3-AF95-0C6E953DC43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18032" y="140478"/>
                  <a:ext cx="62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C2D0C1BA-690C-4F90-A4AA-EF02B216A59E}"/>
                    </a:ext>
                  </a:extLst>
                </p14:cNvPr>
                <p14:cNvContentPartPr/>
                <p14:nvPr/>
              </p14:nvContentPartPr>
              <p14:xfrm>
                <a:off x="6632072" y="348198"/>
                <a:ext cx="61560" cy="7020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C2D0C1BA-690C-4F90-A4AA-EF02B216A59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23072" y="339558"/>
                  <a:ext cx="792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F37ED32B-F7BF-4599-91A2-9E61B308CB98}"/>
              </a:ext>
            </a:extLst>
          </p:cNvPr>
          <p:cNvGrpSpPr/>
          <p:nvPr/>
        </p:nvGrpSpPr>
        <p:grpSpPr>
          <a:xfrm>
            <a:off x="4473512" y="2270958"/>
            <a:ext cx="825120" cy="247680"/>
            <a:chOff x="4473512" y="2270958"/>
            <a:chExt cx="82512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55D853FD-BF14-4F9B-B61E-B98343EDA750}"/>
                    </a:ext>
                  </a:extLst>
                </p14:cNvPr>
                <p14:cNvContentPartPr/>
                <p14:nvPr/>
              </p14:nvContentPartPr>
              <p14:xfrm>
                <a:off x="4473512" y="2270958"/>
                <a:ext cx="110160" cy="8460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55D853FD-BF14-4F9B-B61E-B98343EDA75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64872" y="2261958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54F6AA5B-5428-48B3-9606-A90151A13993}"/>
                    </a:ext>
                  </a:extLst>
                </p14:cNvPr>
                <p14:cNvContentPartPr/>
                <p14:nvPr/>
              </p14:nvContentPartPr>
              <p14:xfrm>
                <a:off x="4486832" y="2337198"/>
                <a:ext cx="74520" cy="1008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54F6AA5B-5428-48B3-9606-A90151A139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77832" y="2328198"/>
                  <a:ext cx="92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D62226B1-9D40-4FC4-8E6A-EB632E567A36}"/>
                    </a:ext>
                  </a:extLst>
                </p14:cNvPr>
                <p14:cNvContentPartPr/>
                <p14:nvPr/>
              </p14:nvContentPartPr>
              <p14:xfrm>
                <a:off x="4505552" y="2380398"/>
                <a:ext cx="118080" cy="3888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D62226B1-9D40-4FC4-8E6A-EB632E567A3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496552" y="2371398"/>
                  <a:ext cx="135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6444D865-457A-44A6-83E9-472A0B5477FD}"/>
                    </a:ext>
                  </a:extLst>
                </p14:cNvPr>
                <p14:cNvContentPartPr/>
                <p14:nvPr/>
              </p14:nvContentPartPr>
              <p14:xfrm>
                <a:off x="4558112" y="2441238"/>
                <a:ext cx="68760" cy="4896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6444D865-457A-44A6-83E9-472A0B5477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49472" y="2432238"/>
                  <a:ext cx="86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4B41F308-0EF7-42C0-8BA9-BEE0FC208BDC}"/>
                    </a:ext>
                  </a:extLst>
                </p14:cNvPr>
                <p14:cNvContentPartPr/>
                <p14:nvPr/>
              </p14:nvContentPartPr>
              <p14:xfrm>
                <a:off x="4703912" y="2347638"/>
                <a:ext cx="64080" cy="8424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4B41F308-0EF7-42C0-8BA9-BEE0FC208BD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94912" y="2338998"/>
                  <a:ext cx="81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0A22709E-34CE-406E-AE36-BBC7AB3AB848}"/>
                    </a:ext>
                  </a:extLst>
                </p14:cNvPr>
                <p14:cNvContentPartPr/>
                <p14:nvPr/>
              </p14:nvContentPartPr>
              <p14:xfrm>
                <a:off x="4788872" y="2337558"/>
                <a:ext cx="75600" cy="7560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0A22709E-34CE-406E-AE36-BBC7AB3AB84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79872" y="2328558"/>
                  <a:ext cx="9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562CFBCC-68AB-41C9-A4CF-4826CD53F44E}"/>
                    </a:ext>
                  </a:extLst>
                </p14:cNvPr>
                <p14:cNvContentPartPr/>
                <p14:nvPr/>
              </p14:nvContentPartPr>
              <p14:xfrm>
                <a:off x="4910912" y="2337558"/>
                <a:ext cx="10080" cy="11232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562CFBCC-68AB-41C9-A4CF-4826CD53F44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901912" y="2328558"/>
                  <a:ext cx="27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02363BC3-0999-4915-819A-D090AB387002}"/>
                    </a:ext>
                  </a:extLst>
                </p14:cNvPr>
                <p14:cNvContentPartPr/>
                <p14:nvPr/>
              </p14:nvContentPartPr>
              <p14:xfrm>
                <a:off x="4986512" y="2312358"/>
                <a:ext cx="73080" cy="6732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02363BC3-0999-4915-819A-D090AB38700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77512" y="2303718"/>
                  <a:ext cx="90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B7CE6507-C252-4B59-B0EA-C82DF4FF1F42}"/>
                    </a:ext>
                  </a:extLst>
                </p14:cNvPr>
                <p14:cNvContentPartPr/>
                <p14:nvPr/>
              </p14:nvContentPartPr>
              <p14:xfrm>
                <a:off x="5056352" y="2346918"/>
                <a:ext cx="5760" cy="3888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B7CE6507-C252-4B59-B0EA-C82DF4FF1F4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047352" y="2338278"/>
                  <a:ext cx="23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C1C857D7-7019-446C-AE80-7D07F4726694}"/>
                    </a:ext>
                  </a:extLst>
                </p14:cNvPr>
                <p14:cNvContentPartPr/>
                <p14:nvPr/>
              </p14:nvContentPartPr>
              <p14:xfrm>
                <a:off x="5014952" y="2386158"/>
                <a:ext cx="74160" cy="1728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C1C857D7-7019-446C-AE80-7D07F472669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005952" y="2377158"/>
                  <a:ext cx="91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FAF70E3F-A5E3-4075-96FD-C5B758165C6D}"/>
                    </a:ext>
                  </a:extLst>
                </p14:cNvPr>
                <p14:cNvContentPartPr/>
                <p14:nvPr/>
              </p14:nvContentPartPr>
              <p14:xfrm>
                <a:off x="5024312" y="2418198"/>
                <a:ext cx="102960" cy="10044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FAF70E3F-A5E3-4075-96FD-C5B758165C6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015672" y="2409558"/>
                  <a:ext cx="120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59BB0D10-703A-4820-BE51-99D3C526DE29}"/>
                    </a:ext>
                  </a:extLst>
                </p14:cNvPr>
                <p14:cNvContentPartPr/>
                <p14:nvPr/>
              </p14:nvContentPartPr>
              <p14:xfrm>
                <a:off x="5175152" y="2394798"/>
                <a:ext cx="55080" cy="5652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59BB0D10-703A-4820-BE51-99D3C526DE2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66152" y="2386158"/>
                  <a:ext cx="72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E44189FE-AF96-4F53-9FFB-1E2BB6C270F1}"/>
                    </a:ext>
                  </a:extLst>
                </p14:cNvPr>
                <p14:cNvContentPartPr/>
                <p14:nvPr/>
              </p14:nvContentPartPr>
              <p14:xfrm>
                <a:off x="5278832" y="2365638"/>
                <a:ext cx="19800" cy="10512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E44189FE-AF96-4F53-9FFB-1E2BB6C270F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69832" y="2356998"/>
                  <a:ext cx="3744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04F99859-4A71-4453-ADB3-EF74363B4D1C}"/>
              </a:ext>
            </a:extLst>
          </p:cNvPr>
          <p:cNvGrpSpPr/>
          <p:nvPr/>
        </p:nvGrpSpPr>
        <p:grpSpPr>
          <a:xfrm>
            <a:off x="5476472" y="2299398"/>
            <a:ext cx="421200" cy="246960"/>
            <a:chOff x="5476472" y="2299398"/>
            <a:chExt cx="42120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AE490E56-00F6-4F5A-8273-AAE53FDF1AE7}"/>
                    </a:ext>
                  </a:extLst>
                </p14:cNvPr>
                <p14:cNvContentPartPr/>
                <p14:nvPr/>
              </p14:nvContentPartPr>
              <p14:xfrm>
                <a:off x="5476472" y="2359878"/>
                <a:ext cx="46080" cy="10260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AE490E56-00F6-4F5A-8273-AAE53FDF1A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467832" y="2351238"/>
                  <a:ext cx="63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E886439B-9FA7-4030-AF67-98DE9D0B2FA7}"/>
                    </a:ext>
                  </a:extLst>
                </p14:cNvPr>
                <p14:cNvContentPartPr/>
                <p14:nvPr/>
              </p14:nvContentPartPr>
              <p14:xfrm>
                <a:off x="5608232" y="2354118"/>
                <a:ext cx="10080" cy="10692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E886439B-9FA7-4030-AF67-98DE9D0B2FA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599592" y="2345118"/>
                  <a:ext cx="27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F1AB9528-E5A2-4606-AB3E-DE15A4D00980}"/>
                    </a:ext>
                  </a:extLst>
                </p14:cNvPr>
                <p14:cNvContentPartPr/>
                <p14:nvPr/>
              </p14:nvContentPartPr>
              <p14:xfrm>
                <a:off x="5727752" y="2309118"/>
                <a:ext cx="4320" cy="10512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F1AB9528-E5A2-4606-AB3E-DE15A4D0098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18752" y="2300118"/>
                  <a:ext cx="2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9E0D9FC9-8D43-4FB6-B94F-EE6207039D46}"/>
                    </a:ext>
                  </a:extLst>
                </p14:cNvPr>
                <p14:cNvContentPartPr/>
                <p14:nvPr/>
              </p14:nvContentPartPr>
              <p14:xfrm>
                <a:off x="5750072" y="2318838"/>
                <a:ext cx="66240" cy="8388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9E0D9FC9-8D43-4FB6-B94F-EE6207039D4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741432" y="2309838"/>
                  <a:ext cx="83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9AAB1E08-2C38-456E-B8AC-510D8939DAB0}"/>
                    </a:ext>
                  </a:extLst>
                </p14:cNvPr>
                <p14:cNvContentPartPr/>
                <p14:nvPr/>
              </p14:nvContentPartPr>
              <p14:xfrm>
                <a:off x="5746832" y="2363838"/>
                <a:ext cx="149400" cy="6048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9AAB1E08-2C38-456E-B8AC-510D8939DAB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37832" y="2354838"/>
                  <a:ext cx="167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B78F10DB-8896-4A35-A064-1A8E304BEA53}"/>
                    </a:ext>
                  </a:extLst>
                </p14:cNvPr>
                <p14:cNvContentPartPr/>
                <p14:nvPr/>
              </p14:nvContentPartPr>
              <p14:xfrm>
                <a:off x="5891192" y="2299398"/>
                <a:ext cx="6480" cy="9360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B78F10DB-8896-4A35-A064-1A8E304BEA5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82192" y="2290758"/>
                  <a:ext cx="24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B0A6830D-3904-4693-B499-78F9594E61F1}"/>
                    </a:ext>
                  </a:extLst>
                </p14:cNvPr>
                <p14:cNvContentPartPr/>
                <p14:nvPr/>
              </p14:nvContentPartPr>
              <p14:xfrm>
                <a:off x="5825672" y="2459958"/>
                <a:ext cx="6120" cy="6444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B0A6830D-3904-4693-B499-78F9594E61F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16672" y="2450958"/>
                  <a:ext cx="23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D663781A-B31D-4AC5-9CE1-A671918356A9}"/>
                    </a:ext>
                  </a:extLst>
                </p14:cNvPr>
                <p14:cNvContentPartPr/>
                <p14:nvPr/>
              </p14:nvContentPartPr>
              <p14:xfrm>
                <a:off x="5891192" y="2450598"/>
                <a:ext cx="4320" cy="7776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D663781A-B31D-4AC5-9CE1-A671918356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82552" y="2441958"/>
                  <a:ext cx="21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ABD2FB72-7B54-403E-BE7D-118F5C783FAE}"/>
                    </a:ext>
                  </a:extLst>
                </p14:cNvPr>
                <p14:cNvContentPartPr/>
                <p14:nvPr/>
              </p14:nvContentPartPr>
              <p14:xfrm>
                <a:off x="5823512" y="2501358"/>
                <a:ext cx="27360" cy="1548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ABD2FB72-7B54-403E-BE7D-118F5C783FA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14512" y="2492718"/>
                  <a:ext cx="45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3256ECAD-42C6-422F-9450-446D76416ACC}"/>
                    </a:ext>
                  </a:extLst>
                </p14:cNvPr>
                <p14:cNvContentPartPr/>
                <p14:nvPr/>
              </p14:nvContentPartPr>
              <p14:xfrm>
                <a:off x="5844392" y="2535198"/>
                <a:ext cx="47160" cy="1116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3256ECAD-42C6-422F-9450-446D76416AC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835392" y="2526198"/>
                  <a:ext cx="64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F89568A8-5D00-431F-9F3F-7D0F4456ECF6}"/>
              </a:ext>
            </a:extLst>
          </p:cNvPr>
          <p:cNvGrpSpPr/>
          <p:nvPr/>
        </p:nvGrpSpPr>
        <p:grpSpPr>
          <a:xfrm>
            <a:off x="3987152" y="4595118"/>
            <a:ext cx="377280" cy="264960"/>
            <a:chOff x="3987152" y="4595118"/>
            <a:chExt cx="37728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89B4254F-1267-434E-8E4B-03846E982AE7}"/>
                    </a:ext>
                  </a:extLst>
                </p14:cNvPr>
                <p14:cNvContentPartPr/>
                <p14:nvPr/>
              </p14:nvContentPartPr>
              <p14:xfrm>
                <a:off x="3987152" y="4595118"/>
                <a:ext cx="93600" cy="2412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89B4254F-1267-434E-8E4B-03846E982AE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78152" y="4586478"/>
                  <a:ext cx="111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F0958459-B886-424A-ACB4-BC5DAF46FB1F}"/>
                    </a:ext>
                  </a:extLst>
                </p14:cNvPr>
                <p14:cNvContentPartPr/>
                <p14:nvPr/>
              </p14:nvContentPartPr>
              <p14:xfrm>
                <a:off x="3996872" y="4648398"/>
                <a:ext cx="64440" cy="1764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F0958459-B886-424A-ACB4-BC5DAF46FB1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987872" y="4639758"/>
                  <a:ext cx="82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ECF13D5B-FF97-49EE-B4CB-8717BB8C8F5F}"/>
                    </a:ext>
                  </a:extLst>
                </p14:cNvPr>
                <p14:cNvContentPartPr/>
                <p14:nvPr/>
              </p14:nvContentPartPr>
              <p14:xfrm>
                <a:off x="4005512" y="4618878"/>
                <a:ext cx="109080" cy="8604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ECF13D5B-FF97-49EE-B4CB-8717BB8C8F5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996512" y="4610238"/>
                  <a:ext cx="126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42DC9F6F-D2D7-4127-85DB-5AAF2DC8D87C}"/>
                    </a:ext>
                  </a:extLst>
                </p14:cNvPr>
                <p14:cNvContentPartPr/>
                <p14:nvPr/>
              </p14:nvContentPartPr>
              <p14:xfrm>
                <a:off x="4015232" y="4731918"/>
                <a:ext cx="131400" cy="3816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42DC9F6F-D2D7-4127-85DB-5AAF2DC8D87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006592" y="4722918"/>
                  <a:ext cx="149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050A5DA8-E883-4FDA-9BB5-0BB5DD2B747A}"/>
                    </a:ext>
                  </a:extLst>
                </p14:cNvPr>
                <p14:cNvContentPartPr/>
                <p14:nvPr/>
              </p14:nvContentPartPr>
              <p14:xfrm>
                <a:off x="4087232" y="4772598"/>
                <a:ext cx="89640" cy="8748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050A5DA8-E883-4FDA-9BB5-0BB5DD2B747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78232" y="4763958"/>
                  <a:ext cx="107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D03B0BD3-2C9D-4A72-8C00-8B1B66662AC9}"/>
                    </a:ext>
                  </a:extLst>
                </p14:cNvPr>
                <p14:cNvContentPartPr/>
                <p14:nvPr/>
              </p14:nvContentPartPr>
              <p14:xfrm>
                <a:off x="4221152" y="4653438"/>
                <a:ext cx="47880" cy="9252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D03B0BD3-2C9D-4A72-8C00-8B1B66662AC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212152" y="4644438"/>
                  <a:ext cx="655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E5449F45-B563-4A26-B81B-D6A5AACCCF12}"/>
                    </a:ext>
                  </a:extLst>
                </p14:cNvPr>
                <p14:cNvContentPartPr/>
                <p14:nvPr/>
              </p14:nvContentPartPr>
              <p14:xfrm>
                <a:off x="4350752" y="4646598"/>
                <a:ext cx="13680" cy="7452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E5449F45-B563-4A26-B81B-D6A5AACCCF1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342112" y="4637958"/>
                  <a:ext cx="31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912B55ED-527E-431A-855E-CAA227CB950F}"/>
                    </a:ext>
                  </a:extLst>
                </p14:cNvPr>
                <p14:cNvContentPartPr/>
                <p14:nvPr/>
              </p14:nvContentPartPr>
              <p14:xfrm>
                <a:off x="4280552" y="4769718"/>
                <a:ext cx="69480" cy="67680"/>
              </p14:xfrm>
            </p:contentPart>
          </mc:Choice>
          <mc:Fallback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912B55ED-527E-431A-855E-CAA227CB950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271552" y="4760718"/>
                  <a:ext cx="871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54BFF943-92F1-4817-A215-0F74D284D3B1}"/>
              </a:ext>
            </a:extLst>
          </p:cNvPr>
          <p:cNvGrpSpPr/>
          <p:nvPr/>
        </p:nvGrpSpPr>
        <p:grpSpPr>
          <a:xfrm>
            <a:off x="4553072" y="4625718"/>
            <a:ext cx="657360" cy="208800"/>
            <a:chOff x="4553072" y="4625718"/>
            <a:chExt cx="65736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1FFF5418-54B8-410B-B60C-3F7C4D8BA1C8}"/>
                    </a:ext>
                  </a:extLst>
                </p14:cNvPr>
                <p14:cNvContentPartPr/>
                <p14:nvPr/>
              </p14:nvContentPartPr>
              <p14:xfrm>
                <a:off x="4553072" y="4625718"/>
                <a:ext cx="98280" cy="6876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1FFF5418-54B8-410B-B60C-3F7C4D8BA1C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44072" y="4617078"/>
                  <a:ext cx="115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FD30796E-51E6-4CBE-AAD5-3963BBD48035}"/>
                    </a:ext>
                  </a:extLst>
                </p14:cNvPr>
                <p14:cNvContentPartPr/>
                <p14:nvPr/>
              </p14:nvContentPartPr>
              <p14:xfrm>
                <a:off x="4590152" y="4703478"/>
                <a:ext cx="118440" cy="3816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FD30796E-51E6-4CBE-AAD5-3963BBD4803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581152" y="4694478"/>
                  <a:ext cx="136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ACADF379-035F-43D7-B92D-90BB606EE9C5}"/>
                    </a:ext>
                  </a:extLst>
                </p14:cNvPr>
                <p14:cNvContentPartPr/>
                <p14:nvPr/>
              </p14:nvContentPartPr>
              <p14:xfrm>
                <a:off x="4675472" y="4750998"/>
                <a:ext cx="57240" cy="6156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ACADF379-035F-43D7-B92D-90BB606EE9C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66472" y="4741998"/>
                  <a:ext cx="74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A3F8B524-AAC5-4269-B842-D928129CA13F}"/>
                    </a:ext>
                  </a:extLst>
                </p14:cNvPr>
                <p14:cNvContentPartPr/>
                <p14:nvPr/>
              </p14:nvContentPartPr>
              <p14:xfrm>
                <a:off x="4778072" y="4627878"/>
                <a:ext cx="102240" cy="7020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A3F8B524-AAC5-4269-B842-D928129CA13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69072" y="4619238"/>
                  <a:ext cx="1198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A7AB5C0B-3C76-4439-98AB-3405689108A6}"/>
                    </a:ext>
                  </a:extLst>
                </p14:cNvPr>
                <p14:cNvContentPartPr/>
                <p14:nvPr/>
              </p14:nvContentPartPr>
              <p14:xfrm>
                <a:off x="4797872" y="4705278"/>
                <a:ext cx="73080" cy="792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A7AB5C0B-3C76-4439-98AB-3405689108A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788872" y="4696638"/>
                  <a:ext cx="90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BDCF4D88-BE61-457D-A0DB-D8CBEA28FACF}"/>
                    </a:ext>
                  </a:extLst>
                </p14:cNvPr>
                <p14:cNvContentPartPr/>
                <p14:nvPr/>
              </p14:nvContentPartPr>
              <p14:xfrm>
                <a:off x="4892552" y="4652358"/>
                <a:ext cx="53280" cy="5076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BDCF4D88-BE61-457D-A0DB-D8CBEA28FAC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883552" y="4643358"/>
                  <a:ext cx="70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1B9368D9-3AA3-4D1D-A4ED-888FD4DC6B31}"/>
                    </a:ext>
                  </a:extLst>
                </p14:cNvPr>
                <p14:cNvContentPartPr/>
                <p14:nvPr/>
              </p14:nvContentPartPr>
              <p14:xfrm>
                <a:off x="4967432" y="4644798"/>
                <a:ext cx="9720" cy="8640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1B9368D9-3AA3-4D1D-A4ED-888FD4DC6B3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958432" y="4635798"/>
                  <a:ext cx="27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76861814-63B5-4D40-AFFE-51749E1A4EFD}"/>
                    </a:ext>
                  </a:extLst>
                </p14:cNvPr>
                <p14:cNvContentPartPr/>
                <p14:nvPr/>
              </p14:nvContentPartPr>
              <p14:xfrm>
                <a:off x="4920632" y="4777278"/>
                <a:ext cx="55080" cy="5724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76861814-63B5-4D40-AFFE-51749E1A4EF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11992" y="4768278"/>
                  <a:ext cx="72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875C2D96-1891-435E-BC41-44AF335BBF86}"/>
                    </a:ext>
                  </a:extLst>
                </p14:cNvPr>
                <p14:cNvContentPartPr/>
                <p14:nvPr/>
              </p14:nvContentPartPr>
              <p14:xfrm>
                <a:off x="5069312" y="4647678"/>
                <a:ext cx="61200" cy="6984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875C2D96-1891-435E-BC41-44AF335BBF8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60312" y="4639038"/>
                  <a:ext cx="78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B7B12F82-978B-47D2-BEA6-B988E1CD4856}"/>
                    </a:ext>
                  </a:extLst>
                </p14:cNvPr>
                <p14:cNvContentPartPr/>
                <p14:nvPr/>
              </p14:nvContentPartPr>
              <p14:xfrm>
                <a:off x="5055992" y="4741278"/>
                <a:ext cx="55080" cy="5904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B7B12F82-978B-47D2-BEA6-B988E1CD485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046992" y="4732638"/>
                  <a:ext cx="72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92F99F49-076C-48AB-84F5-D16D088E4A4D}"/>
                    </a:ext>
                  </a:extLst>
                </p14:cNvPr>
                <p14:cNvContentPartPr/>
                <p14:nvPr/>
              </p14:nvContentPartPr>
              <p14:xfrm>
                <a:off x="5175152" y="4666038"/>
                <a:ext cx="35280" cy="12132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92F99F49-076C-48AB-84F5-D16D088E4A4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166152" y="4657038"/>
                  <a:ext cx="529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11D51963-B1CD-41A2-89B8-5336427311C2}"/>
              </a:ext>
            </a:extLst>
          </p:cNvPr>
          <p:cNvGrpSpPr/>
          <p:nvPr/>
        </p:nvGrpSpPr>
        <p:grpSpPr>
          <a:xfrm>
            <a:off x="5354072" y="4631118"/>
            <a:ext cx="385560" cy="240120"/>
            <a:chOff x="5354072" y="4631118"/>
            <a:chExt cx="38556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D6D6B10B-12E0-438A-8752-0B338D794A2A}"/>
                    </a:ext>
                  </a:extLst>
                </p14:cNvPr>
                <p14:cNvContentPartPr/>
                <p14:nvPr/>
              </p14:nvContentPartPr>
              <p14:xfrm>
                <a:off x="5354072" y="4658478"/>
                <a:ext cx="74520" cy="6408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D6D6B10B-12E0-438A-8752-0B338D794A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345432" y="4649838"/>
                  <a:ext cx="92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5AA4252E-347A-470B-9C38-14011BBA8E60}"/>
                    </a:ext>
                  </a:extLst>
                </p14:cNvPr>
                <p14:cNvContentPartPr/>
                <p14:nvPr/>
              </p14:nvContentPartPr>
              <p14:xfrm>
                <a:off x="5469272" y="4656318"/>
                <a:ext cx="7560" cy="6444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5AA4252E-347A-470B-9C38-14011BBA8E6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460632" y="4647678"/>
                  <a:ext cx="25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60BAD562-C419-4140-9CBA-4C0E598E2C1F}"/>
                    </a:ext>
                  </a:extLst>
                </p14:cNvPr>
                <p14:cNvContentPartPr/>
                <p14:nvPr/>
              </p14:nvContentPartPr>
              <p14:xfrm>
                <a:off x="5427512" y="4752798"/>
                <a:ext cx="64800" cy="3492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60BAD562-C419-4140-9CBA-4C0E598E2C1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418512" y="4744158"/>
                  <a:ext cx="82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35AE0DC3-9807-413F-8C14-5F09CF03CF68}"/>
                    </a:ext>
                  </a:extLst>
                </p14:cNvPr>
                <p14:cNvContentPartPr/>
                <p14:nvPr/>
              </p14:nvContentPartPr>
              <p14:xfrm>
                <a:off x="5552072" y="4631118"/>
                <a:ext cx="87480" cy="12672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35AE0DC3-9807-413F-8C14-5F09CF03CF6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43072" y="4622118"/>
                  <a:ext cx="105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7A30077A-BE26-4611-95B0-A2A167381A18}"/>
                    </a:ext>
                  </a:extLst>
                </p14:cNvPr>
                <p14:cNvContentPartPr/>
                <p14:nvPr/>
              </p14:nvContentPartPr>
              <p14:xfrm>
                <a:off x="5559272" y="4766118"/>
                <a:ext cx="57240" cy="2232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7A30077A-BE26-4611-95B0-A2A167381A1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550632" y="4757478"/>
                  <a:ext cx="74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EFEE75AC-9D12-45ED-9CC8-C3085035DECF}"/>
                    </a:ext>
                  </a:extLst>
                </p14:cNvPr>
                <p14:cNvContentPartPr/>
                <p14:nvPr/>
              </p14:nvContentPartPr>
              <p14:xfrm>
                <a:off x="5684912" y="4646598"/>
                <a:ext cx="50040" cy="11160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EFEE75AC-9D12-45ED-9CC8-C3085035DEC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676272" y="4637958"/>
                  <a:ext cx="67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13721D8F-4C2D-43A1-AD98-6EB4D3190881}"/>
                    </a:ext>
                  </a:extLst>
                </p14:cNvPr>
                <p14:cNvContentPartPr/>
                <p14:nvPr/>
              </p14:nvContentPartPr>
              <p14:xfrm>
                <a:off x="5665472" y="4797798"/>
                <a:ext cx="74160" cy="7344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13721D8F-4C2D-43A1-AD98-6EB4D319088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656832" y="4789158"/>
                  <a:ext cx="9180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E8AB9FBC-F8A6-4A5F-9443-3B08BA91E05A}"/>
              </a:ext>
            </a:extLst>
          </p:cNvPr>
          <p:cNvGrpSpPr/>
          <p:nvPr/>
        </p:nvGrpSpPr>
        <p:grpSpPr>
          <a:xfrm>
            <a:off x="9806192" y="22398"/>
            <a:ext cx="601200" cy="250560"/>
            <a:chOff x="9806192" y="22398"/>
            <a:chExt cx="60120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697CE56A-F9D0-456E-9F17-C8DF3DEE5DD4}"/>
                    </a:ext>
                  </a:extLst>
                </p14:cNvPr>
                <p14:cNvContentPartPr/>
                <p14:nvPr/>
              </p14:nvContentPartPr>
              <p14:xfrm>
                <a:off x="9806192" y="55878"/>
                <a:ext cx="147960" cy="19764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697CE56A-F9D0-456E-9F17-C8DF3DEE5DD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797192" y="46878"/>
                  <a:ext cx="165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D598A683-C23F-40A0-9E07-547A34462970}"/>
                    </a:ext>
                  </a:extLst>
                </p14:cNvPr>
                <p14:cNvContentPartPr/>
                <p14:nvPr/>
              </p14:nvContentPartPr>
              <p14:xfrm>
                <a:off x="10011392" y="155598"/>
                <a:ext cx="136800" cy="23400"/>
              </p14:xfrm>
            </p:contentPart>
          </mc:Choice>
          <mc:Fallback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D598A683-C23F-40A0-9E07-547A3446297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002392" y="146958"/>
                  <a:ext cx="15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7D331CCA-8EEE-44D3-AA09-0BCFDFF500C4}"/>
                    </a:ext>
                  </a:extLst>
                </p14:cNvPr>
                <p14:cNvContentPartPr/>
                <p14:nvPr/>
              </p14:nvContentPartPr>
              <p14:xfrm>
                <a:off x="10234232" y="22398"/>
                <a:ext cx="173160" cy="25056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7D331CCA-8EEE-44D3-AA09-0BCFDFF500C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225592" y="13398"/>
                  <a:ext cx="19080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BB3346D5-01CB-4814-A9B5-8099070B564E}"/>
              </a:ext>
            </a:extLst>
          </p:cNvPr>
          <p:cNvGrpSpPr/>
          <p:nvPr/>
        </p:nvGrpSpPr>
        <p:grpSpPr>
          <a:xfrm>
            <a:off x="10642832" y="103398"/>
            <a:ext cx="862560" cy="197280"/>
            <a:chOff x="10642832" y="103398"/>
            <a:chExt cx="86256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858F8561-9CF8-417E-8A0D-C4B0C568BA8E}"/>
                    </a:ext>
                  </a:extLst>
                </p14:cNvPr>
                <p14:cNvContentPartPr/>
                <p14:nvPr/>
              </p14:nvContentPartPr>
              <p14:xfrm>
                <a:off x="10642832" y="128238"/>
                <a:ext cx="82800" cy="124560"/>
              </p14:xfrm>
            </p:contentPart>
          </mc:Choice>
          <mc:Fallback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858F8561-9CF8-417E-8A0D-C4B0C568BA8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634192" y="119598"/>
                  <a:ext cx="100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383CE552-EDCF-4B26-8175-8D6DD262B911}"/>
                    </a:ext>
                  </a:extLst>
                </p14:cNvPr>
                <p14:cNvContentPartPr/>
                <p14:nvPr/>
              </p14:nvContentPartPr>
              <p14:xfrm>
                <a:off x="10775672" y="150918"/>
                <a:ext cx="88560" cy="12132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383CE552-EDCF-4B26-8175-8D6DD262B91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67032" y="142278"/>
                  <a:ext cx="106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551165CE-B17A-4F0E-982A-B194F02B9AFB}"/>
                    </a:ext>
                  </a:extLst>
                </p14:cNvPr>
                <p14:cNvContentPartPr/>
                <p14:nvPr/>
              </p14:nvContentPartPr>
              <p14:xfrm>
                <a:off x="10944512" y="159198"/>
                <a:ext cx="100440" cy="8676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551165CE-B17A-4F0E-982A-B194F02B9AF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935512" y="150558"/>
                  <a:ext cx="118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A24B09A6-415A-47D0-B8CF-A0DE051ACBF0}"/>
                    </a:ext>
                  </a:extLst>
                </p14:cNvPr>
                <p14:cNvContentPartPr/>
                <p14:nvPr/>
              </p14:nvContentPartPr>
              <p14:xfrm>
                <a:off x="11085632" y="126438"/>
                <a:ext cx="28800" cy="130680"/>
              </p14:xfrm>
            </p:contentPart>
          </mc:Choice>
          <mc:Fallback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A24B09A6-415A-47D0-B8CF-A0DE051ACBF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076632" y="117798"/>
                  <a:ext cx="46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A94E1A41-9A63-4E5F-84A4-D4A326C9B8C0}"/>
                    </a:ext>
                  </a:extLst>
                </p14:cNvPr>
                <p14:cNvContentPartPr/>
                <p14:nvPr/>
              </p14:nvContentPartPr>
              <p14:xfrm>
                <a:off x="11181032" y="177198"/>
                <a:ext cx="59040" cy="99360"/>
              </p14:xfrm>
            </p:contentPart>
          </mc:Choice>
          <mc:Fallback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A94E1A41-9A63-4E5F-84A4-D4A326C9B8C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172032" y="168198"/>
                  <a:ext cx="76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160DC3B0-71B9-442E-AB2E-C2943A607656}"/>
                    </a:ext>
                  </a:extLst>
                </p14:cNvPr>
                <p14:cNvContentPartPr/>
                <p14:nvPr/>
              </p14:nvContentPartPr>
              <p14:xfrm>
                <a:off x="11292992" y="166398"/>
                <a:ext cx="38160" cy="12060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160DC3B0-71B9-442E-AB2E-C2943A60765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283992" y="157398"/>
                  <a:ext cx="55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F7B2F898-B3AB-4945-A0DB-B8D8904B272E}"/>
                    </a:ext>
                  </a:extLst>
                </p14:cNvPr>
                <p14:cNvContentPartPr/>
                <p14:nvPr/>
              </p14:nvContentPartPr>
              <p14:xfrm>
                <a:off x="11397032" y="184038"/>
                <a:ext cx="108360" cy="2376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F7B2F898-B3AB-4945-A0DB-B8D8904B272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388392" y="175038"/>
                  <a:ext cx="126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A55EAFBD-0D92-4CE3-BBE2-B7366478545E}"/>
                    </a:ext>
                  </a:extLst>
                </p14:cNvPr>
                <p14:cNvContentPartPr/>
                <p14:nvPr/>
              </p14:nvContentPartPr>
              <p14:xfrm>
                <a:off x="11466512" y="103398"/>
                <a:ext cx="34560" cy="19728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A55EAFBD-0D92-4CE3-BBE2-B7366478545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457872" y="94758"/>
                  <a:ext cx="5220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087CEA71-010F-44F6-8998-B077AFF4B5DC}"/>
              </a:ext>
            </a:extLst>
          </p:cNvPr>
          <p:cNvGrpSpPr/>
          <p:nvPr/>
        </p:nvGrpSpPr>
        <p:grpSpPr>
          <a:xfrm>
            <a:off x="1674701" y="55099"/>
            <a:ext cx="763200" cy="270360"/>
            <a:chOff x="1674701" y="55099"/>
            <a:chExt cx="76320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694400CE-494F-4934-BD6F-D46E9523DB27}"/>
                    </a:ext>
                  </a:extLst>
                </p14:cNvPr>
                <p14:cNvContentPartPr/>
                <p14:nvPr/>
              </p14:nvContentPartPr>
              <p14:xfrm>
                <a:off x="1674701" y="96859"/>
                <a:ext cx="152280" cy="11340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694400CE-494F-4934-BD6F-D46E9523DB2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666061" y="87859"/>
                  <a:ext cx="169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18E7BBE9-096D-4D33-80E3-F5C9C257D3C9}"/>
                    </a:ext>
                  </a:extLst>
                </p14:cNvPr>
                <p14:cNvContentPartPr/>
                <p14:nvPr/>
              </p14:nvContentPartPr>
              <p14:xfrm>
                <a:off x="1779101" y="134659"/>
                <a:ext cx="20520" cy="10332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18E7BBE9-096D-4D33-80E3-F5C9C257D3C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70101" y="125659"/>
                  <a:ext cx="38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595A9E04-3321-453C-AE26-556B55922815}"/>
                    </a:ext>
                  </a:extLst>
                </p14:cNvPr>
                <p14:cNvContentPartPr/>
                <p14:nvPr/>
              </p14:nvContentPartPr>
              <p14:xfrm>
                <a:off x="1710701" y="155179"/>
                <a:ext cx="201240" cy="9468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595A9E04-3321-453C-AE26-556B5592281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701701" y="146539"/>
                  <a:ext cx="218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928F20E6-2A51-423D-9F5A-5F2643963E7A}"/>
                    </a:ext>
                  </a:extLst>
                </p14:cNvPr>
                <p14:cNvContentPartPr/>
                <p14:nvPr/>
              </p14:nvContentPartPr>
              <p14:xfrm>
                <a:off x="1945781" y="114859"/>
                <a:ext cx="7920" cy="10440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928F20E6-2A51-423D-9F5A-5F2643963E7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937141" y="106219"/>
                  <a:ext cx="25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F2695DB8-C6F9-4415-A21F-B878364417C8}"/>
                    </a:ext>
                  </a:extLst>
                </p14:cNvPr>
                <p14:cNvContentPartPr/>
                <p14:nvPr/>
              </p14:nvContentPartPr>
              <p14:xfrm>
                <a:off x="1918061" y="259579"/>
                <a:ext cx="50040" cy="6588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F2695DB8-C6F9-4415-A21F-B878364417C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909421" y="250579"/>
                  <a:ext cx="67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C9EFACA0-A015-4681-8307-97A758AB76D9}"/>
                    </a:ext>
                  </a:extLst>
                </p14:cNvPr>
                <p14:cNvContentPartPr/>
                <p14:nvPr/>
              </p14:nvContentPartPr>
              <p14:xfrm>
                <a:off x="2021381" y="96139"/>
                <a:ext cx="117720" cy="12312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C9EFACA0-A015-4681-8307-97A758AB76D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12381" y="87139"/>
                  <a:ext cx="135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C0372F08-96EE-44DB-A05B-30751ECA3D40}"/>
                    </a:ext>
                  </a:extLst>
                </p14:cNvPr>
                <p14:cNvContentPartPr/>
                <p14:nvPr/>
              </p14:nvContentPartPr>
              <p14:xfrm>
                <a:off x="2165381" y="182539"/>
                <a:ext cx="9360" cy="4572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C0372F08-96EE-44DB-A05B-30751ECA3D4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156381" y="173899"/>
                  <a:ext cx="27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EB1AB165-0DC3-4954-9FB6-70E7768D0CBA}"/>
                    </a:ext>
                  </a:extLst>
                </p14:cNvPr>
                <p14:cNvContentPartPr/>
                <p14:nvPr/>
              </p14:nvContentPartPr>
              <p14:xfrm>
                <a:off x="2100221" y="249859"/>
                <a:ext cx="77400" cy="46800"/>
              </p14:xfrm>
            </p:contentPart>
          </mc:Choice>
          <mc:Fallback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EB1AB165-0DC3-4954-9FB6-70E7768D0CB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091221" y="240859"/>
                  <a:ext cx="95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60774B05-8234-40A1-BFCE-2440C66EDEB8}"/>
                    </a:ext>
                  </a:extLst>
                </p14:cNvPr>
                <p14:cNvContentPartPr/>
                <p14:nvPr/>
              </p14:nvContentPartPr>
              <p14:xfrm>
                <a:off x="2233061" y="55099"/>
                <a:ext cx="167040" cy="77400"/>
              </p14:xfrm>
            </p:contentPart>
          </mc:Choice>
          <mc:Fallback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60774B05-8234-40A1-BFCE-2440C66EDEB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224061" y="46099"/>
                  <a:ext cx="184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07E4BE33-2090-4D27-A8D9-98E3E96D341E}"/>
                    </a:ext>
                  </a:extLst>
                </p14:cNvPr>
                <p14:cNvContentPartPr/>
                <p14:nvPr/>
              </p14:nvContentPartPr>
              <p14:xfrm>
                <a:off x="2290301" y="182539"/>
                <a:ext cx="57240" cy="6984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07E4BE33-2090-4D27-A8D9-98E3E96D341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281301" y="173899"/>
                  <a:ext cx="74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2256C2B4-6F54-481F-A4E7-448AEA865B27}"/>
                    </a:ext>
                  </a:extLst>
                </p14:cNvPr>
                <p14:cNvContentPartPr/>
                <p14:nvPr/>
              </p14:nvContentPartPr>
              <p14:xfrm>
                <a:off x="2300021" y="235459"/>
                <a:ext cx="39600" cy="3996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2256C2B4-6F54-481F-A4E7-448AEA865B2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291381" y="226459"/>
                  <a:ext cx="57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1E9CC9C9-8081-46D8-992A-166AFCACC6C4}"/>
                    </a:ext>
                  </a:extLst>
                </p14:cNvPr>
                <p14:cNvContentPartPr/>
                <p14:nvPr/>
              </p14:nvContentPartPr>
              <p14:xfrm>
                <a:off x="2390381" y="191899"/>
                <a:ext cx="47520" cy="4644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1E9CC9C9-8081-46D8-992A-166AFCACC6C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381741" y="182899"/>
                  <a:ext cx="651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EA52FA9A-1136-4281-8843-7BF49FB30A70}"/>
              </a:ext>
            </a:extLst>
          </p:cNvPr>
          <p:cNvGrpSpPr/>
          <p:nvPr/>
        </p:nvGrpSpPr>
        <p:grpSpPr>
          <a:xfrm>
            <a:off x="2579381" y="47899"/>
            <a:ext cx="366480" cy="210240"/>
            <a:chOff x="2579381" y="47899"/>
            <a:chExt cx="36648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C8192838-0E79-4AA6-833E-FE4AA6AE7C7E}"/>
                    </a:ext>
                  </a:extLst>
                </p14:cNvPr>
                <p14:cNvContentPartPr/>
                <p14:nvPr/>
              </p14:nvContentPartPr>
              <p14:xfrm>
                <a:off x="2579381" y="61579"/>
                <a:ext cx="63720" cy="8316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C8192838-0E79-4AA6-833E-FE4AA6AE7C7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570741" y="52579"/>
                  <a:ext cx="81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BE5A9D57-2EB9-4131-954B-A78395D6D971}"/>
                    </a:ext>
                  </a:extLst>
                </p14:cNvPr>
                <p14:cNvContentPartPr/>
                <p14:nvPr/>
              </p14:nvContentPartPr>
              <p14:xfrm>
                <a:off x="2665781" y="47899"/>
                <a:ext cx="77400" cy="9504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BE5A9D57-2EB9-4131-954B-A78395D6D97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656781" y="38899"/>
                  <a:ext cx="95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5D4C3A1F-3598-4E73-A1C2-26CD6D0A671C}"/>
                    </a:ext>
                  </a:extLst>
                </p14:cNvPr>
                <p14:cNvContentPartPr/>
                <p14:nvPr/>
              </p14:nvContentPartPr>
              <p14:xfrm>
                <a:off x="2685581" y="191899"/>
                <a:ext cx="51480" cy="66240"/>
              </p14:xfrm>
            </p:contentPart>
          </mc:Choice>
          <mc:Fallback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5D4C3A1F-3598-4E73-A1C2-26CD6D0A671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76581" y="182899"/>
                  <a:ext cx="69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977170CF-AFE0-4FDB-A13B-B71579045F47}"/>
                    </a:ext>
                  </a:extLst>
                </p14:cNvPr>
                <p14:cNvContentPartPr/>
                <p14:nvPr/>
              </p14:nvContentPartPr>
              <p14:xfrm>
                <a:off x="2762261" y="96859"/>
                <a:ext cx="104400" cy="123120"/>
              </p14:xfrm>
            </p:contentPart>
          </mc:Choice>
          <mc:Fallback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977170CF-AFE0-4FDB-A13B-B71579045F4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753621" y="87859"/>
                  <a:ext cx="122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88CC13A2-1A9C-40EF-825B-42A3DEE07F38}"/>
                    </a:ext>
                  </a:extLst>
                </p14:cNvPr>
                <p14:cNvContentPartPr/>
                <p14:nvPr/>
              </p14:nvContentPartPr>
              <p14:xfrm>
                <a:off x="2935061" y="83899"/>
                <a:ext cx="10800" cy="13644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88CC13A2-1A9C-40EF-825B-42A3DEE07F3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926061" y="74899"/>
                  <a:ext cx="28440" cy="15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289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7">
            <a:extLst>
              <a:ext uri="{FF2B5EF4-FFF2-40B4-BE49-F238E27FC236}">
                <a16:creationId xmlns:a16="http://schemas.microsoft.com/office/drawing/2014/main" id="{65B619E5-3560-425C-A9AA-2C7767C2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99" y="158416"/>
            <a:ext cx="2530571" cy="167523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 48">
            <a:extLst>
              <a:ext uri="{FF2B5EF4-FFF2-40B4-BE49-F238E27FC236}">
                <a16:creationId xmlns:a16="http://schemas.microsoft.com/office/drawing/2014/main" id="{7C97EF5C-606C-4A8F-BCAA-BCFA9DCCD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9" y="1825544"/>
            <a:ext cx="2530571" cy="4765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49">
            <a:extLst>
              <a:ext uri="{FF2B5EF4-FFF2-40B4-BE49-F238E27FC236}">
                <a16:creationId xmlns:a16="http://schemas.microsoft.com/office/drawing/2014/main" id="{3C49815F-EB82-413E-BC55-D2713E4CB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99" y="2302074"/>
            <a:ext cx="2530571" cy="7996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50">
            <a:extLst>
              <a:ext uri="{FF2B5EF4-FFF2-40B4-BE49-F238E27FC236}">
                <a16:creationId xmlns:a16="http://schemas.microsoft.com/office/drawing/2014/main" id="{AE38D92B-DB2D-41F2-B1CF-0B48108AB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99" y="3101769"/>
            <a:ext cx="2530571" cy="3456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57">
            <a:extLst>
              <a:ext uri="{FF2B5EF4-FFF2-40B4-BE49-F238E27FC236}">
                <a16:creationId xmlns:a16="http://schemas.microsoft.com/office/drawing/2014/main" id="{834AC000-CA70-4592-87B7-97A81E0E5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0910" y="226987"/>
            <a:ext cx="2301762" cy="150164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58">
            <a:extLst>
              <a:ext uri="{FF2B5EF4-FFF2-40B4-BE49-F238E27FC236}">
                <a16:creationId xmlns:a16="http://schemas.microsoft.com/office/drawing/2014/main" id="{F84CE1FC-B0BF-458C-97D3-1A69796D6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0911" y="1728632"/>
            <a:ext cx="2301762" cy="169568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59">
            <a:extLst>
              <a:ext uri="{FF2B5EF4-FFF2-40B4-BE49-F238E27FC236}">
                <a16:creationId xmlns:a16="http://schemas.microsoft.com/office/drawing/2014/main" id="{D4B6D2B0-5932-4195-85DD-341479AE25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3081" y="3424321"/>
            <a:ext cx="2301762" cy="161417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60">
            <a:extLst>
              <a:ext uri="{FF2B5EF4-FFF2-40B4-BE49-F238E27FC236}">
                <a16:creationId xmlns:a16="http://schemas.microsoft.com/office/drawing/2014/main" id="{182F2102-DBE8-4CA1-BFA6-4751CB0B40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2611" y="5038494"/>
            <a:ext cx="2302232" cy="1611371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B0236A-C298-41C2-8FEB-5C4EDE2420BF}"/>
              </a:ext>
            </a:extLst>
          </p:cNvPr>
          <p:cNvGrpSpPr/>
          <p:nvPr/>
        </p:nvGrpSpPr>
        <p:grpSpPr>
          <a:xfrm>
            <a:off x="6475586" y="226987"/>
            <a:ext cx="2355970" cy="3054822"/>
            <a:chOff x="5716928" y="338332"/>
            <a:chExt cx="2893950" cy="3752383"/>
          </a:xfrm>
        </p:grpSpPr>
        <p:pic>
          <p:nvPicPr>
            <p:cNvPr id="11" name="Picture 64">
              <a:extLst>
                <a:ext uri="{FF2B5EF4-FFF2-40B4-BE49-F238E27FC236}">
                  <a16:creationId xmlns:a16="http://schemas.microsoft.com/office/drawing/2014/main" id="{9FE3EA0C-4A51-4DF9-8837-FD0F8196B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16929" y="338332"/>
              <a:ext cx="2893949" cy="1835277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2" name="Picture 65">
              <a:extLst>
                <a:ext uri="{FF2B5EF4-FFF2-40B4-BE49-F238E27FC236}">
                  <a16:creationId xmlns:a16="http://schemas.microsoft.com/office/drawing/2014/main" id="{1426265B-5E0D-4B60-9597-E33F73450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16928" y="2182540"/>
              <a:ext cx="2893949" cy="190817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pic>
        <p:nvPicPr>
          <p:cNvPr id="13" name="Picture 66">
            <a:extLst>
              <a:ext uri="{FF2B5EF4-FFF2-40B4-BE49-F238E27FC236}">
                <a16:creationId xmlns:a16="http://schemas.microsoft.com/office/drawing/2014/main" id="{C7840622-B935-4ECB-8CA1-4C58B7E426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5585" y="3300246"/>
            <a:ext cx="2355969" cy="33795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" name="Picture 68">
            <a:extLst>
              <a:ext uri="{FF2B5EF4-FFF2-40B4-BE49-F238E27FC236}">
                <a16:creationId xmlns:a16="http://schemas.microsoft.com/office/drawing/2014/main" id="{D9111933-87A3-4221-9FE9-7434B0360B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1147" y="158416"/>
            <a:ext cx="2355969" cy="333425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BEF5EB-DBF3-4AF0-8950-5EFFAA149565}"/>
              </a:ext>
            </a:extLst>
          </p:cNvPr>
          <p:cNvGrpSpPr/>
          <p:nvPr/>
        </p:nvGrpSpPr>
        <p:grpSpPr>
          <a:xfrm>
            <a:off x="9433996" y="3509066"/>
            <a:ext cx="2363120" cy="3184762"/>
            <a:chOff x="8850335" y="2576626"/>
            <a:chExt cx="3039364" cy="4096131"/>
          </a:xfrm>
        </p:grpSpPr>
        <p:pic>
          <p:nvPicPr>
            <p:cNvPr id="16" name="Picture 71">
              <a:extLst>
                <a:ext uri="{FF2B5EF4-FFF2-40B4-BE49-F238E27FC236}">
                  <a16:creationId xmlns:a16="http://schemas.microsoft.com/office/drawing/2014/main" id="{CB9E6460-39D6-4F34-966A-3E24AE5E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50335" y="2576626"/>
              <a:ext cx="3039364" cy="209016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7" name="Picture 72">
              <a:extLst>
                <a:ext uri="{FF2B5EF4-FFF2-40B4-BE49-F238E27FC236}">
                  <a16:creationId xmlns:a16="http://schemas.microsoft.com/office/drawing/2014/main" id="{0099D5F3-FAED-4040-A303-71F88BD80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50335" y="4666792"/>
              <a:ext cx="3033141" cy="200596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9DA3720-204A-41EB-9438-F6C317AC78D3}"/>
              </a:ext>
            </a:extLst>
          </p:cNvPr>
          <p:cNvGrpSpPr/>
          <p:nvPr/>
        </p:nvGrpSpPr>
        <p:grpSpPr>
          <a:xfrm>
            <a:off x="4581701" y="86059"/>
            <a:ext cx="527400" cy="218880"/>
            <a:chOff x="4581701" y="86059"/>
            <a:chExt cx="52740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DE826F0F-8A57-4FFE-BC4A-C83A7C237467}"/>
                    </a:ext>
                  </a:extLst>
                </p14:cNvPr>
                <p14:cNvContentPartPr/>
                <p14:nvPr/>
              </p14:nvContentPartPr>
              <p14:xfrm>
                <a:off x="4589621" y="95779"/>
                <a:ext cx="59760" cy="6480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DE826F0F-8A57-4FFE-BC4A-C83A7C2374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80621" y="87139"/>
                  <a:ext cx="77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8698C359-71AA-4A73-A2D5-CC15FBCF826E}"/>
                    </a:ext>
                  </a:extLst>
                </p14:cNvPr>
                <p14:cNvContentPartPr/>
                <p14:nvPr/>
              </p14:nvContentPartPr>
              <p14:xfrm>
                <a:off x="4581701" y="209539"/>
                <a:ext cx="90360" cy="676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8698C359-71AA-4A73-A2D5-CC15FBCF82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72701" y="200539"/>
                  <a:ext cx="108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9DA89ABD-EF42-4517-95E1-2964FDD7DB9E}"/>
                    </a:ext>
                  </a:extLst>
                </p14:cNvPr>
                <p14:cNvContentPartPr/>
                <p14:nvPr/>
              </p14:nvContentPartPr>
              <p14:xfrm>
                <a:off x="4715981" y="127459"/>
                <a:ext cx="68400" cy="522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9DA89ABD-EF42-4517-95E1-2964FDD7DB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06981" y="118819"/>
                  <a:ext cx="86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73B63E68-577B-4317-8F38-6889D0AFC00C}"/>
                    </a:ext>
                  </a:extLst>
                </p14:cNvPr>
                <p14:cNvContentPartPr/>
                <p14:nvPr/>
              </p14:nvContentPartPr>
              <p14:xfrm>
                <a:off x="4793381" y="105499"/>
                <a:ext cx="64800" cy="4824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73B63E68-577B-4317-8F38-6889D0AFC0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84381" y="96859"/>
                  <a:ext cx="82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6689E298-CBAB-4908-91D2-3B4DDF76B192}"/>
                    </a:ext>
                  </a:extLst>
                </p14:cNvPr>
                <p14:cNvContentPartPr/>
                <p14:nvPr/>
              </p14:nvContentPartPr>
              <p14:xfrm>
                <a:off x="4873301" y="86059"/>
                <a:ext cx="16200" cy="8964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6689E298-CBAB-4908-91D2-3B4DDF76B19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64661" y="77059"/>
                  <a:ext cx="33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43B6DF2D-B969-4385-A872-5D756F12CB17}"/>
                    </a:ext>
                  </a:extLst>
                </p14:cNvPr>
                <p14:cNvContentPartPr/>
                <p14:nvPr/>
              </p14:nvContentPartPr>
              <p14:xfrm>
                <a:off x="4822901" y="211339"/>
                <a:ext cx="63360" cy="936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43B6DF2D-B969-4385-A872-5D756F12CB1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14261" y="202699"/>
                  <a:ext cx="81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92AE6965-BE19-4E3E-A6F8-40D77C0E262C}"/>
                    </a:ext>
                  </a:extLst>
                </p14:cNvPr>
                <p14:cNvContentPartPr/>
                <p14:nvPr/>
              </p14:nvContentPartPr>
              <p14:xfrm>
                <a:off x="4956461" y="109459"/>
                <a:ext cx="87480" cy="658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92AE6965-BE19-4E3E-A6F8-40D77C0E26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47821" y="100819"/>
                  <a:ext cx="105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B9FDA0F-8F4F-4344-A194-951DBCC164FD}"/>
                    </a:ext>
                  </a:extLst>
                </p14:cNvPr>
                <p14:cNvContentPartPr/>
                <p14:nvPr/>
              </p14:nvContentPartPr>
              <p14:xfrm>
                <a:off x="4958261" y="201619"/>
                <a:ext cx="64440" cy="8640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B9FDA0F-8F4F-4344-A194-951DBCC164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49261" y="192979"/>
                  <a:ext cx="8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149B8CC7-F8B4-446E-8E07-596CD226F2E1}"/>
                    </a:ext>
                  </a:extLst>
                </p14:cNvPr>
                <p14:cNvContentPartPr/>
                <p14:nvPr/>
              </p14:nvContentPartPr>
              <p14:xfrm>
                <a:off x="5078141" y="153739"/>
                <a:ext cx="30960" cy="1065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149B8CC7-F8B4-446E-8E07-596CD226F2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69501" y="144739"/>
                  <a:ext cx="486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C685735-60FA-4BFF-B9FF-5F83D1120B6F}"/>
              </a:ext>
            </a:extLst>
          </p:cNvPr>
          <p:cNvGrpSpPr/>
          <p:nvPr/>
        </p:nvGrpSpPr>
        <p:grpSpPr>
          <a:xfrm>
            <a:off x="5284061" y="107659"/>
            <a:ext cx="312120" cy="218520"/>
            <a:chOff x="5284061" y="107659"/>
            <a:chExt cx="31212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83D1B917-1611-4230-86AF-53DD384B5B44}"/>
                    </a:ext>
                  </a:extLst>
                </p14:cNvPr>
                <p14:cNvContentPartPr/>
                <p14:nvPr/>
              </p14:nvContentPartPr>
              <p14:xfrm>
                <a:off x="5284061" y="107659"/>
                <a:ext cx="78120" cy="594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83D1B917-1611-4230-86AF-53DD384B5B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75061" y="99019"/>
                  <a:ext cx="95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EB05021E-78FB-4AF7-BCB7-252219B8AC7C}"/>
                    </a:ext>
                  </a:extLst>
                </p14:cNvPr>
                <p14:cNvContentPartPr/>
                <p14:nvPr/>
              </p14:nvContentPartPr>
              <p14:xfrm>
                <a:off x="5284061" y="175699"/>
                <a:ext cx="114840" cy="3060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EB05021E-78FB-4AF7-BCB7-252219B8AC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75061" y="167059"/>
                  <a:ext cx="132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5431D415-A75C-40FD-B7CA-720BA08D6C09}"/>
                    </a:ext>
                  </a:extLst>
                </p14:cNvPr>
                <p14:cNvContentPartPr/>
                <p14:nvPr/>
              </p14:nvContentPartPr>
              <p14:xfrm>
                <a:off x="5322581" y="220699"/>
                <a:ext cx="77400" cy="8496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5431D415-A75C-40FD-B7CA-720BA08D6C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13941" y="212059"/>
                  <a:ext cx="95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9F9B4B5E-D231-43F3-982D-660F72CE9A6C}"/>
                    </a:ext>
                  </a:extLst>
                </p14:cNvPr>
                <p14:cNvContentPartPr/>
                <p14:nvPr/>
              </p14:nvContentPartPr>
              <p14:xfrm>
                <a:off x="5341661" y="280459"/>
                <a:ext cx="56880" cy="4572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9F9B4B5E-D231-43F3-982D-660F72CE9A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33021" y="271459"/>
                  <a:ext cx="74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81574E90-3526-4DA0-BF64-28A3E0964077}"/>
                    </a:ext>
                  </a:extLst>
                </p14:cNvPr>
                <p14:cNvContentPartPr/>
                <p14:nvPr/>
              </p14:nvContentPartPr>
              <p14:xfrm>
                <a:off x="5480261" y="124579"/>
                <a:ext cx="86400" cy="7380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81574E90-3526-4DA0-BF64-28A3E09640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71261" y="115939"/>
                  <a:ext cx="1040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AD43F708-2B72-4980-99CB-95C7FBC86819}"/>
                    </a:ext>
                  </a:extLst>
                </p14:cNvPr>
                <p14:cNvContentPartPr/>
                <p14:nvPr/>
              </p14:nvContentPartPr>
              <p14:xfrm>
                <a:off x="5505461" y="226459"/>
                <a:ext cx="90720" cy="6012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AD43F708-2B72-4980-99CB-95C7FBC8681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96461" y="217459"/>
                  <a:ext cx="10836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E66365F-7889-44E2-991B-309F264A47E2}"/>
              </a:ext>
            </a:extLst>
          </p:cNvPr>
          <p:cNvGrpSpPr/>
          <p:nvPr/>
        </p:nvGrpSpPr>
        <p:grpSpPr>
          <a:xfrm>
            <a:off x="7815581" y="56899"/>
            <a:ext cx="558720" cy="218520"/>
            <a:chOff x="7815581" y="56899"/>
            <a:chExt cx="55872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10F7FB63-5265-401B-A806-1BC40B7248B6}"/>
                    </a:ext>
                  </a:extLst>
                </p14:cNvPr>
                <p14:cNvContentPartPr/>
                <p14:nvPr/>
              </p14:nvContentPartPr>
              <p14:xfrm>
                <a:off x="7815581" y="79579"/>
                <a:ext cx="91440" cy="2628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10F7FB63-5265-401B-A806-1BC40B7248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06581" y="70939"/>
                  <a:ext cx="109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D7BFB13F-EB31-45D8-95B1-96A8FCD30C4D}"/>
                    </a:ext>
                  </a:extLst>
                </p14:cNvPr>
                <p14:cNvContentPartPr/>
                <p14:nvPr/>
              </p14:nvContentPartPr>
              <p14:xfrm>
                <a:off x="7844381" y="145819"/>
                <a:ext cx="48600" cy="1764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D7BFB13F-EB31-45D8-95B1-96A8FCD30C4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35381" y="136819"/>
                  <a:ext cx="66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5943DC71-FFF5-432A-A5E9-0015979B049B}"/>
                    </a:ext>
                  </a:extLst>
                </p14:cNvPr>
                <p14:cNvContentPartPr/>
                <p14:nvPr/>
              </p14:nvContentPartPr>
              <p14:xfrm>
                <a:off x="7834661" y="105499"/>
                <a:ext cx="79560" cy="12672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5943DC71-FFF5-432A-A5E9-0015979B04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26021" y="96859"/>
                  <a:ext cx="97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719C3E2A-342E-4F73-B34E-03DE955E06C2}"/>
                    </a:ext>
                  </a:extLst>
                </p14:cNvPr>
                <p14:cNvContentPartPr/>
                <p14:nvPr/>
              </p14:nvContentPartPr>
              <p14:xfrm>
                <a:off x="7940501" y="114859"/>
                <a:ext cx="58320" cy="8208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719C3E2A-342E-4F73-B34E-03DE955E06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31501" y="106219"/>
                  <a:ext cx="75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27CEE6A0-9238-4370-974A-493311708BB2}"/>
                    </a:ext>
                  </a:extLst>
                </p14:cNvPr>
                <p14:cNvContentPartPr/>
                <p14:nvPr/>
              </p14:nvContentPartPr>
              <p14:xfrm>
                <a:off x="8036981" y="105499"/>
                <a:ext cx="360" cy="954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27CEE6A0-9238-4370-974A-493311708B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27981" y="96859"/>
                  <a:ext cx="18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525EBD7A-6DCC-4F2B-9875-2FADD444564D}"/>
                    </a:ext>
                  </a:extLst>
                </p14:cNvPr>
                <p14:cNvContentPartPr/>
                <p14:nvPr/>
              </p14:nvContentPartPr>
              <p14:xfrm>
                <a:off x="8088101" y="56899"/>
                <a:ext cx="97560" cy="946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525EBD7A-6DCC-4F2B-9875-2FADD44456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79461" y="48259"/>
                  <a:ext cx="115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F8B15EF0-9FD4-41CF-9A86-3865C2B952FA}"/>
                    </a:ext>
                  </a:extLst>
                </p14:cNvPr>
                <p14:cNvContentPartPr/>
                <p14:nvPr/>
              </p14:nvContentPartPr>
              <p14:xfrm>
                <a:off x="8117621" y="191539"/>
                <a:ext cx="47160" cy="8388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F8B15EF0-9FD4-41CF-9A86-3865C2B952F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08621" y="182539"/>
                  <a:ext cx="64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92CA19CE-B29A-45D5-B16D-09A55BEB3013}"/>
                    </a:ext>
                  </a:extLst>
                </p14:cNvPr>
                <p14:cNvContentPartPr/>
                <p14:nvPr/>
              </p14:nvContentPartPr>
              <p14:xfrm>
                <a:off x="8219861" y="110179"/>
                <a:ext cx="55080" cy="9792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92CA19CE-B29A-45D5-B16D-09A55BEB30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10861" y="101179"/>
                  <a:ext cx="72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BAA3965E-DC0B-4D63-BE9F-E98EADB9C2B1}"/>
                    </a:ext>
                  </a:extLst>
                </p14:cNvPr>
                <p14:cNvContentPartPr/>
                <p14:nvPr/>
              </p14:nvContentPartPr>
              <p14:xfrm>
                <a:off x="8315981" y="95779"/>
                <a:ext cx="58320" cy="9540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BAA3965E-DC0B-4D63-BE9F-E98EADB9C2B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06981" y="87139"/>
                  <a:ext cx="7596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B143542-33DE-4154-9A55-B46340E1C520}"/>
              </a:ext>
            </a:extLst>
          </p:cNvPr>
          <p:cNvGrpSpPr/>
          <p:nvPr/>
        </p:nvGrpSpPr>
        <p:grpSpPr>
          <a:xfrm>
            <a:off x="8507861" y="95779"/>
            <a:ext cx="142560" cy="90720"/>
            <a:chOff x="8507861" y="95779"/>
            <a:chExt cx="142560" cy="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DB77861F-495E-4C7B-9741-99A3066FA1E3}"/>
                    </a:ext>
                  </a:extLst>
                </p14:cNvPr>
                <p14:cNvContentPartPr/>
                <p14:nvPr/>
              </p14:nvContentPartPr>
              <p14:xfrm>
                <a:off x="8507861" y="95779"/>
                <a:ext cx="51480" cy="594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DB77861F-495E-4C7B-9741-99A3066FA1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99221" y="87139"/>
                  <a:ext cx="69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674157EA-F02C-4485-91F3-0C27C9DFAA60}"/>
                    </a:ext>
                  </a:extLst>
                </p14:cNvPr>
                <p14:cNvContentPartPr/>
                <p14:nvPr/>
              </p14:nvContentPartPr>
              <p14:xfrm>
                <a:off x="8616941" y="95779"/>
                <a:ext cx="33480" cy="9072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674157EA-F02C-4485-91F3-0C27C9DFAA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08301" y="87139"/>
                  <a:ext cx="511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8F55689-C95A-4C22-B05B-A2EF5E59858A}"/>
              </a:ext>
            </a:extLst>
          </p:cNvPr>
          <p:cNvGrpSpPr/>
          <p:nvPr/>
        </p:nvGrpSpPr>
        <p:grpSpPr>
          <a:xfrm>
            <a:off x="8796941" y="66979"/>
            <a:ext cx="568440" cy="187200"/>
            <a:chOff x="8796941" y="66979"/>
            <a:chExt cx="568440" cy="1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46EA0D4A-0EF0-4D27-8944-099D6B0FF6EB}"/>
                    </a:ext>
                  </a:extLst>
                </p14:cNvPr>
                <p14:cNvContentPartPr/>
                <p14:nvPr/>
              </p14:nvContentPartPr>
              <p14:xfrm>
                <a:off x="8796941" y="66979"/>
                <a:ext cx="113760" cy="7812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46EA0D4A-0EF0-4D27-8944-099D6B0FF6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88301" y="57979"/>
                  <a:ext cx="1314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0D8C9D96-2CCB-4A03-BC09-431CE69547AE}"/>
                    </a:ext>
                  </a:extLst>
                </p14:cNvPr>
                <p14:cNvContentPartPr/>
                <p14:nvPr/>
              </p14:nvContentPartPr>
              <p14:xfrm>
                <a:off x="8807021" y="95779"/>
                <a:ext cx="105120" cy="7740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0D8C9D96-2CCB-4A03-BC09-431CE69547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98021" y="87139"/>
                  <a:ext cx="122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C53D1661-70B4-441E-8819-56EC7807EB17}"/>
                    </a:ext>
                  </a:extLst>
                </p14:cNvPr>
                <p14:cNvContentPartPr/>
                <p14:nvPr/>
              </p14:nvContentPartPr>
              <p14:xfrm>
                <a:off x="8807021" y="192619"/>
                <a:ext cx="133920" cy="6156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C53D1661-70B4-441E-8819-56EC7807EB1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98021" y="183619"/>
                  <a:ext cx="151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61A6D1D3-945C-476B-8D76-F74DB9FE10CA}"/>
                    </a:ext>
                  </a:extLst>
                </p14:cNvPr>
                <p14:cNvContentPartPr/>
                <p14:nvPr/>
              </p14:nvContentPartPr>
              <p14:xfrm>
                <a:off x="8989901" y="118819"/>
                <a:ext cx="65880" cy="10872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61A6D1D3-945C-476B-8D76-F74DB9FE10C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80901" y="110179"/>
                  <a:ext cx="83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7193D73E-0322-4012-AA40-3E0AE0048632}"/>
                    </a:ext>
                  </a:extLst>
                </p14:cNvPr>
                <p14:cNvContentPartPr/>
                <p14:nvPr/>
              </p14:nvContentPartPr>
              <p14:xfrm>
                <a:off x="9105101" y="124579"/>
                <a:ext cx="10080" cy="8532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7193D73E-0322-4012-AA40-3E0AE00486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96101" y="115939"/>
                  <a:ext cx="277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63CFC0A2-6656-4268-A644-FA81DEE4E9E9}"/>
                    </a:ext>
                  </a:extLst>
                </p14:cNvPr>
                <p14:cNvContentPartPr/>
                <p14:nvPr/>
              </p14:nvContentPartPr>
              <p14:xfrm>
                <a:off x="9153341" y="143659"/>
                <a:ext cx="113040" cy="5724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63CFC0A2-6656-4268-A644-FA81DEE4E9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4701" y="135019"/>
                  <a:ext cx="130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0F96AB01-9123-436C-9735-30733AF4EB6F}"/>
                    </a:ext>
                  </a:extLst>
                </p14:cNvPr>
                <p14:cNvContentPartPr/>
                <p14:nvPr/>
              </p14:nvContentPartPr>
              <p14:xfrm>
                <a:off x="9297701" y="86059"/>
                <a:ext cx="67680" cy="12492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0F96AB01-9123-436C-9735-30733AF4EB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89061" y="77059"/>
                  <a:ext cx="8532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989C707A-B7EB-4C40-A4F9-F18C45444FA4}"/>
                  </a:ext>
                </a:extLst>
              </p14:cNvPr>
              <p14:cNvContentPartPr/>
              <p14:nvPr/>
            </p14:nvContentPartPr>
            <p14:xfrm>
              <a:off x="11590541" y="86059"/>
              <a:ext cx="18000" cy="115200"/>
            </p14:xfrm>
          </p:contentPart>
        </mc:Choice>
        <mc:Fallback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989C707A-B7EB-4C40-A4F9-F18C45444FA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581541" y="77059"/>
                <a:ext cx="356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0" name="잉크 79">
                <a:extLst>
                  <a:ext uri="{FF2B5EF4-FFF2-40B4-BE49-F238E27FC236}">
                    <a16:creationId xmlns:a16="http://schemas.microsoft.com/office/drawing/2014/main" id="{89C0A17D-E616-46A7-84A2-EAC165626481}"/>
                  </a:ext>
                </a:extLst>
              </p14:cNvPr>
              <p14:cNvContentPartPr/>
              <p14:nvPr/>
            </p14:nvContentPartPr>
            <p14:xfrm>
              <a:off x="11652101" y="114859"/>
              <a:ext cx="14040" cy="82080"/>
            </p14:xfrm>
          </p:contentPart>
        </mc:Choice>
        <mc:Fallback>
          <p:pic>
            <p:nvPicPr>
              <p:cNvPr id="80" name="잉크 79">
                <a:extLst>
                  <a:ext uri="{FF2B5EF4-FFF2-40B4-BE49-F238E27FC236}">
                    <a16:creationId xmlns:a16="http://schemas.microsoft.com/office/drawing/2014/main" id="{89C0A17D-E616-46A7-84A2-EAC16562648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643461" y="106219"/>
                <a:ext cx="316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564C8EB8-DE14-412B-B3D2-C89413DEB947}"/>
                  </a:ext>
                </a:extLst>
              </p14:cNvPr>
              <p14:cNvContentPartPr/>
              <p14:nvPr/>
            </p14:nvContentPartPr>
            <p14:xfrm>
              <a:off x="11598101" y="163459"/>
              <a:ext cx="36000" cy="44280"/>
            </p14:xfrm>
          </p:contentPart>
        </mc:Choice>
        <mc:Fallback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564C8EB8-DE14-412B-B3D2-C89413DEB94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589461" y="154819"/>
                <a:ext cx="536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5895A3B6-6D31-41FF-802E-9ED36BE6409A}"/>
                  </a:ext>
                </a:extLst>
              </p14:cNvPr>
              <p14:cNvContentPartPr/>
              <p14:nvPr/>
            </p14:nvContentPartPr>
            <p14:xfrm>
              <a:off x="11684861" y="124579"/>
              <a:ext cx="48240" cy="65520"/>
            </p14:xfrm>
          </p:contentPart>
        </mc:Choice>
        <mc:Fallback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5895A3B6-6D31-41FF-802E-9ED36BE6409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676221" y="115939"/>
                <a:ext cx="658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1F02B625-E482-4047-AC26-F15D5FC971DC}"/>
                  </a:ext>
                </a:extLst>
              </p14:cNvPr>
              <p14:cNvContentPartPr/>
              <p14:nvPr/>
            </p14:nvContentPartPr>
            <p14:xfrm>
              <a:off x="11746061" y="132499"/>
              <a:ext cx="16200" cy="81720"/>
            </p14:xfrm>
          </p:contentPart>
        </mc:Choice>
        <mc:Fallback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1F02B625-E482-4047-AC26-F15D5FC971D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737061" y="123499"/>
                <a:ext cx="33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00453415-34EC-43B8-A3D0-8494D96D75F8}"/>
                  </a:ext>
                </a:extLst>
              </p14:cNvPr>
              <p14:cNvContentPartPr/>
              <p14:nvPr/>
            </p14:nvContentPartPr>
            <p14:xfrm>
              <a:off x="11694581" y="147259"/>
              <a:ext cx="164880" cy="147600"/>
            </p14:xfrm>
          </p:contentPart>
        </mc:Choice>
        <mc:Fallback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00453415-34EC-43B8-A3D0-8494D96D75F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685941" y="138619"/>
                <a:ext cx="1825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13A548E6-26EF-449A-B9B7-3ABB95DBE176}"/>
                  </a:ext>
                </a:extLst>
              </p14:cNvPr>
              <p14:cNvContentPartPr/>
              <p14:nvPr/>
            </p14:nvContentPartPr>
            <p14:xfrm>
              <a:off x="11819861" y="196579"/>
              <a:ext cx="45720" cy="17280"/>
            </p14:xfrm>
          </p:contentPart>
        </mc:Choice>
        <mc:Fallback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13A548E6-26EF-449A-B9B7-3ABB95DBE17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810861" y="187939"/>
                <a:ext cx="63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4F2EED8B-DAC4-4755-8216-29C52F9A933A}"/>
                  </a:ext>
                </a:extLst>
              </p14:cNvPr>
              <p14:cNvContentPartPr/>
              <p14:nvPr/>
            </p14:nvContentPartPr>
            <p14:xfrm>
              <a:off x="11800421" y="163099"/>
              <a:ext cx="192960" cy="97920"/>
            </p14:xfrm>
          </p:contentPart>
        </mc:Choice>
        <mc:Fallback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4F2EED8B-DAC4-4755-8216-29C52F9A933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791781" y="154099"/>
                <a:ext cx="2106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03780DAB-8E80-4168-BE9C-EB123E2A5EAB}"/>
                  </a:ext>
                </a:extLst>
              </p14:cNvPr>
              <p14:cNvContentPartPr/>
              <p14:nvPr/>
            </p14:nvContentPartPr>
            <p14:xfrm>
              <a:off x="12002021" y="114859"/>
              <a:ext cx="19800" cy="114840"/>
            </p14:xfrm>
          </p:contentPart>
        </mc:Choice>
        <mc:Fallback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03780DAB-8E80-4168-BE9C-EB123E2A5EA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993381" y="106219"/>
                <a:ext cx="3744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824B89F-0045-4A03-8FD9-11CA348531D8}"/>
              </a:ext>
            </a:extLst>
          </p:cNvPr>
          <p:cNvGrpSpPr/>
          <p:nvPr/>
        </p:nvGrpSpPr>
        <p:grpSpPr>
          <a:xfrm>
            <a:off x="11656061" y="392059"/>
            <a:ext cx="433440" cy="302760"/>
            <a:chOff x="11656061" y="392059"/>
            <a:chExt cx="43344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768D173A-6CF8-4A68-9C85-E8B525A55033}"/>
                    </a:ext>
                  </a:extLst>
                </p14:cNvPr>
                <p14:cNvContentPartPr/>
                <p14:nvPr/>
              </p14:nvContentPartPr>
              <p14:xfrm>
                <a:off x="11656061" y="392059"/>
                <a:ext cx="85680" cy="468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768D173A-6CF8-4A68-9C85-E8B525A550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47061" y="383059"/>
                  <a:ext cx="103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82420D03-0F2F-49D9-89FB-7D23E0801795}"/>
                    </a:ext>
                  </a:extLst>
                </p14:cNvPr>
                <p14:cNvContentPartPr/>
                <p14:nvPr/>
              </p14:nvContentPartPr>
              <p14:xfrm>
                <a:off x="11656061" y="444259"/>
                <a:ext cx="68400" cy="1404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82420D03-0F2F-49D9-89FB-7D23E08017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47061" y="435619"/>
                  <a:ext cx="86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0655B98B-5B35-4458-A1B9-687519BB3BFF}"/>
                    </a:ext>
                  </a:extLst>
                </p14:cNvPr>
                <p14:cNvContentPartPr/>
                <p14:nvPr/>
              </p14:nvContentPartPr>
              <p14:xfrm>
                <a:off x="11674421" y="500059"/>
                <a:ext cx="44640" cy="471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0655B98B-5B35-4458-A1B9-687519BB3B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665781" y="491419"/>
                  <a:ext cx="62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F76DBB99-9182-4924-B354-A01422570663}"/>
                    </a:ext>
                  </a:extLst>
                </p14:cNvPr>
                <p14:cNvContentPartPr/>
                <p14:nvPr/>
              </p14:nvContentPartPr>
              <p14:xfrm>
                <a:off x="11786381" y="423379"/>
                <a:ext cx="81720" cy="7776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F76DBB99-9182-4924-B354-A0142257066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777741" y="414379"/>
                  <a:ext cx="99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D134FAB1-440C-496D-9F61-138D48C887E7}"/>
                    </a:ext>
                  </a:extLst>
                </p14:cNvPr>
                <p14:cNvContentPartPr/>
                <p14:nvPr/>
              </p14:nvContentPartPr>
              <p14:xfrm>
                <a:off x="11785301" y="569539"/>
                <a:ext cx="47880" cy="4500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D134FAB1-440C-496D-9F61-138D48C887E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76301" y="560899"/>
                  <a:ext cx="65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F5477EC0-7712-4B02-8E25-B38F289E9E59}"/>
                    </a:ext>
                  </a:extLst>
                </p14:cNvPr>
                <p14:cNvContentPartPr/>
                <p14:nvPr/>
              </p14:nvContentPartPr>
              <p14:xfrm>
                <a:off x="11917781" y="446419"/>
                <a:ext cx="53640" cy="10044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F5477EC0-7712-4B02-8E25-B38F289E9E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909141" y="437419"/>
                  <a:ext cx="71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B38DB859-F55C-4600-B895-1E3B45ED966C}"/>
                    </a:ext>
                  </a:extLst>
                </p14:cNvPr>
                <p14:cNvContentPartPr/>
                <p14:nvPr/>
              </p14:nvContentPartPr>
              <p14:xfrm>
                <a:off x="12021461" y="467299"/>
                <a:ext cx="42480" cy="4680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B38DB859-F55C-4600-B895-1E3B45ED96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012821" y="458659"/>
                  <a:ext cx="60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2A6F83E4-567F-4985-91E6-267B283452F4}"/>
                    </a:ext>
                  </a:extLst>
                </p14:cNvPr>
                <p14:cNvContentPartPr/>
                <p14:nvPr/>
              </p14:nvContentPartPr>
              <p14:xfrm>
                <a:off x="12073301" y="432379"/>
                <a:ext cx="16200" cy="10908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2A6F83E4-567F-4985-91E6-267B283452F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064661" y="423739"/>
                  <a:ext cx="33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5A9E2CEE-B2F6-42F1-93EB-93B9D0E49F78}"/>
                    </a:ext>
                  </a:extLst>
                </p14:cNvPr>
                <p14:cNvContentPartPr/>
                <p14:nvPr/>
              </p14:nvContentPartPr>
              <p14:xfrm>
                <a:off x="11993381" y="587899"/>
                <a:ext cx="74880" cy="10692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5A9E2CEE-B2F6-42F1-93EB-93B9D0E49F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984741" y="578899"/>
                  <a:ext cx="9252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A7F798D3-F23D-4B2A-8CE3-D1D2A28AD16B}"/>
              </a:ext>
            </a:extLst>
          </p:cNvPr>
          <p:cNvGrpSpPr/>
          <p:nvPr/>
        </p:nvGrpSpPr>
        <p:grpSpPr>
          <a:xfrm>
            <a:off x="1414421" y="28819"/>
            <a:ext cx="674280" cy="239040"/>
            <a:chOff x="1414421" y="28819"/>
            <a:chExt cx="67428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C37E092D-216F-45D7-8465-6756F11ABF55}"/>
                    </a:ext>
                  </a:extLst>
                </p14:cNvPr>
                <p14:cNvContentPartPr/>
                <p14:nvPr/>
              </p14:nvContentPartPr>
              <p14:xfrm>
                <a:off x="1414421" y="43579"/>
                <a:ext cx="109440" cy="10692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C37E092D-216F-45D7-8465-6756F11ABF5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05421" y="34939"/>
                  <a:ext cx="127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966F787F-2554-4DB4-BA18-936A70BBA4B4}"/>
                    </a:ext>
                  </a:extLst>
                </p14:cNvPr>
                <p14:cNvContentPartPr/>
                <p14:nvPr/>
              </p14:nvContentPartPr>
              <p14:xfrm>
                <a:off x="1568861" y="28819"/>
                <a:ext cx="77400" cy="8172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966F787F-2554-4DB4-BA18-936A70BBA4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559861" y="19819"/>
                  <a:ext cx="95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3EC055FB-D944-49A9-8B6A-8818AD94AA05}"/>
                    </a:ext>
                  </a:extLst>
                </p14:cNvPr>
                <p14:cNvContentPartPr/>
                <p14:nvPr/>
              </p14:nvContentPartPr>
              <p14:xfrm>
                <a:off x="1587941" y="172819"/>
                <a:ext cx="72720" cy="5832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3EC055FB-D944-49A9-8B6A-8818AD94AA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78941" y="163819"/>
                  <a:ext cx="90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A6D43DF5-9B77-4889-87C8-4B7518AA2510}"/>
                    </a:ext>
                  </a:extLst>
                </p14:cNvPr>
                <p14:cNvContentPartPr/>
                <p14:nvPr/>
              </p14:nvContentPartPr>
              <p14:xfrm>
                <a:off x="1731941" y="28819"/>
                <a:ext cx="87480" cy="9108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A6D43DF5-9B77-4889-87C8-4B7518AA251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23301" y="19819"/>
                  <a:ext cx="105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7EB41F16-3335-42EF-8B95-B27D0DC3BE05}"/>
                    </a:ext>
                  </a:extLst>
                </p14:cNvPr>
                <p14:cNvContentPartPr/>
                <p14:nvPr/>
              </p14:nvContentPartPr>
              <p14:xfrm>
                <a:off x="1761101" y="81019"/>
                <a:ext cx="21960" cy="4680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7EB41F16-3335-42EF-8B95-B27D0DC3BE0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52101" y="72379"/>
                  <a:ext cx="39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BAAA0098-89C7-44B7-ACAF-B1A3527C8153}"/>
                    </a:ext>
                  </a:extLst>
                </p14:cNvPr>
                <p14:cNvContentPartPr/>
                <p14:nvPr/>
              </p14:nvContentPartPr>
              <p14:xfrm>
                <a:off x="1761101" y="133579"/>
                <a:ext cx="100800" cy="4644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BAAA0098-89C7-44B7-ACAF-B1A3527C815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752101" y="124579"/>
                  <a:ext cx="11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B35AE5AD-7891-4484-AFA0-327ECCDAA0F1}"/>
                    </a:ext>
                  </a:extLst>
                </p14:cNvPr>
                <p14:cNvContentPartPr/>
                <p14:nvPr/>
              </p14:nvContentPartPr>
              <p14:xfrm>
                <a:off x="1809341" y="220699"/>
                <a:ext cx="72000" cy="4716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B35AE5AD-7891-4484-AFA0-327ECCDAA0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00701" y="212059"/>
                  <a:ext cx="89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71322EED-14FA-407C-A0DF-987A61BFAD1C}"/>
                    </a:ext>
                  </a:extLst>
                </p14:cNvPr>
                <p14:cNvContentPartPr/>
                <p14:nvPr/>
              </p14:nvContentPartPr>
              <p14:xfrm>
                <a:off x="1934621" y="86779"/>
                <a:ext cx="65160" cy="5256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71322EED-14FA-407C-A0DF-987A61BFAD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925621" y="77779"/>
                  <a:ext cx="82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1AC677EA-9ADE-41C3-A171-ADAE03D1D01C}"/>
                    </a:ext>
                  </a:extLst>
                </p14:cNvPr>
                <p14:cNvContentPartPr/>
                <p14:nvPr/>
              </p14:nvContentPartPr>
              <p14:xfrm>
                <a:off x="1972781" y="76699"/>
                <a:ext cx="115920" cy="11340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1AC677EA-9ADE-41C3-A171-ADAE03D1D0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63781" y="68059"/>
                  <a:ext cx="1335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51567E6D-8F7F-4D97-9AE8-5D98DA665E6C}"/>
              </a:ext>
            </a:extLst>
          </p:cNvPr>
          <p:cNvGrpSpPr/>
          <p:nvPr/>
        </p:nvGrpSpPr>
        <p:grpSpPr>
          <a:xfrm>
            <a:off x="2252141" y="48619"/>
            <a:ext cx="382680" cy="191160"/>
            <a:chOff x="2252141" y="48619"/>
            <a:chExt cx="38268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3E6F0248-BA8C-4FD2-93B2-2096135DED25}"/>
                    </a:ext>
                  </a:extLst>
                </p14:cNvPr>
                <p14:cNvContentPartPr/>
                <p14:nvPr/>
              </p14:nvContentPartPr>
              <p14:xfrm>
                <a:off x="2252141" y="48619"/>
                <a:ext cx="77040" cy="5508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3E6F0248-BA8C-4FD2-93B2-2096135DED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43141" y="39979"/>
                  <a:ext cx="946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60CE4CC4-D0B4-42A1-B4B0-6C16443300D3}"/>
                    </a:ext>
                  </a:extLst>
                </p14:cNvPr>
                <p14:cNvContentPartPr/>
                <p14:nvPr/>
              </p14:nvContentPartPr>
              <p14:xfrm>
                <a:off x="2252141" y="126379"/>
                <a:ext cx="95400" cy="1980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60CE4CC4-D0B4-42A1-B4B0-6C16443300D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243141" y="117739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F0D84256-9587-4C51-B5C0-0D4BEF02B45D}"/>
                    </a:ext>
                  </a:extLst>
                </p14:cNvPr>
                <p14:cNvContentPartPr/>
                <p14:nvPr/>
              </p14:nvContentPartPr>
              <p14:xfrm>
                <a:off x="2281661" y="191899"/>
                <a:ext cx="90720" cy="4788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F0D84256-9587-4C51-B5C0-0D4BEF02B4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273021" y="182899"/>
                  <a:ext cx="108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858CFF5C-3739-4956-B9D4-C385E104CE08}"/>
                    </a:ext>
                  </a:extLst>
                </p14:cNvPr>
                <p14:cNvContentPartPr/>
                <p14:nvPr/>
              </p14:nvContentPartPr>
              <p14:xfrm>
                <a:off x="2427461" y="76699"/>
                <a:ext cx="84960" cy="11304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858CFF5C-3739-4956-B9D4-C385E104CE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18821" y="68059"/>
                  <a:ext cx="102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0100655D-87A4-43F1-BFC7-9A65845656CE}"/>
                    </a:ext>
                  </a:extLst>
                </p14:cNvPr>
                <p14:cNvContentPartPr/>
                <p14:nvPr/>
              </p14:nvContentPartPr>
              <p14:xfrm>
                <a:off x="2568581" y="76699"/>
                <a:ext cx="66240" cy="13176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0100655D-87A4-43F1-BFC7-9A65845656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59941" y="68059"/>
                  <a:ext cx="83880" cy="14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197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C175F-985E-4C2F-8AE7-9B7F8BB5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4800" dirty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문제풀이</a:t>
            </a:r>
            <a:r>
              <a:rPr lang="ko-KR" altLang="en-US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비중을 높이자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A99F-FEF2-40DA-9F6C-EB3FFF7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37817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강의 시간은 한정되어 있어서 보통 교수님들이 문제를 많이 풀어 주시지는 않습니다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정말 기초적인 예시 문제 정도인데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시험에 출제되는 문제들은 기초적이지 않을 뿐더러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개념 이해만으로는 풀기 힘든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문제도 있고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무엇보다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튜티들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입장에서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문제풀이에 주도적으로 시간을 할애하기 어렵습니다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튜터링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시간은 문제풀이를 유도할 수 있는 좋은 기회이며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응용 문제를 통해 충분히 문제풀이를 연습한 학생들은 당연히 만족스러운 이해와 성적을 얻게 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7797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C175F-985E-4C2F-8AE7-9B7F8BB5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4800" dirty="0">
                <a:solidFill>
                  <a:srgbClr val="00B05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문제풀이</a:t>
            </a:r>
            <a:r>
              <a:rPr lang="ko-KR" altLang="en-US" sz="4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비중을 높이자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DA99F-FEF2-40DA-9F6C-EB3FFF7C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소스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교과서 문제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참고서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인터넷의 문제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자작문제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활용법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주제를 대표하는 문제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튜터링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시간에 풀이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튜터링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시간에 제시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반복적이거나 풀이가 긴 문제들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덜 중요한 문제들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심화 문제들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과제로 제시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생각해 볼 문제로 제시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성적을 내는 것을 목적으로 하는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튜터링의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정기고사에 대한 모의고사를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튜터링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시간에 시행하는 것을 추천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03465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07EDE0CA-3660-410D-9C3E-1DDF387D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91" y="168212"/>
            <a:ext cx="5150534" cy="6521576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F9C5D56-225C-4A8C-982B-CB03B52E160B}"/>
              </a:ext>
            </a:extLst>
          </p:cNvPr>
          <p:cNvGrpSpPr/>
          <p:nvPr/>
        </p:nvGrpSpPr>
        <p:grpSpPr>
          <a:xfrm>
            <a:off x="5674554" y="1083424"/>
            <a:ext cx="6313555" cy="4691152"/>
            <a:chOff x="3008244" y="386499"/>
            <a:chExt cx="9229793" cy="6858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9ECF5FC-7F9E-4C3C-A6B4-911B9D649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2883" y="386499"/>
              <a:ext cx="4965154" cy="6858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832735D-35CB-4117-BA8C-169763A10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8244" y="386499"/>
              <a:ext cx="4264639" cy="6858000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62BC3D0-F998-464C-894A-9B1256388EA4}"/>
              </a:ext>
            </a:extLst>
          </p:cNvPr>
          <p:cNvGrpSpPr/>
          <p:nvPr/>
        </p:nvGrpSpPr>
        <p:grpSpPr>
          <a:xfrm>
            <a:off x="2800421" y="1847539"/>
            <a:ext cx="423720" cy="264600"/>
            <a:chOff x="2800421" y="1847539"/>
            <a:chExt cx="42372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FAFE8DD-CD1D-4E43-9224-FBCB0B3C2C68}"/>
                    </a:ext>
                  </a:extLst>
                </p14:cNvPr>
                <p14:cNvContentPartPr/>
                <p14:nvPr/>
              </p14:nvContentPartPr>
              <p14:xfrm>
                <a:off x="2800421" y="1860859"/>
                <a:ext cx="84600" cy="118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FAFE8DD-CD1D-4E43-9224-FBCB0B3C2C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91781" y="1852219"/>
                  <a:ext cx="102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F42E06E-3935-4961-8542-D642CDE9AE45}"/>
                    </a:ext>
                  </a:extLst>
                </p14:cNvPr>
                <p14:cNvContentPartPr/>
                <p14:nvPr/>
              </p14:nvContentPartPr>
              <p14:xfrm>
                <a:off x="2926061" y="1847539"/>
                <a:ext cx="77400" cy="95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F42E06E-3935-4961-8542-D642CDE9AE4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17061" y="1838539"/>
                  <a:ext cx="95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036D3FC-8F5A-44C4-BBBE-633C90D2A57E}"/>
                    </a:ext>
                  </a:extLst>
                </p14:cNvPr>
                <p14:cNvContentPartPr/>
                <p14:nvPr/>
              </p14:nvContentPartPr>
              <p14:xfrm>
                <a:off x="2945141" y="2010979"/>
                <a:ext cx="56880" cy="1011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036D3FC-8F5A-44C4-BBBE-633C90D2A5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36141" y="2002339"/>
                  <a:ext cx="74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6131A3D-240E-4D39-A720-D52EDE4BA4A4}"/>
                    </a:ext>
                  </a:extLst>
                </p14:cNvPr>
                <p14:cNvContentPartPr/>
                <p14:nvPr/>
              </p14:nvContentPartPr>
              <p14:xfrm>
                <a:off x="3060701" y="1892179"/>
                <a:ext cx="81720" cy="1288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6131A3D-240E-4D39-A720-D52EDE4BA4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52061" y="1883539"/>
                  <a:ext cx="99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4F07CE4-C1CB-4E14-8874-7555EEEAEC6E}"/>
                    </a:ext>
                  </a:extLst>
                </p14:cNvPr>
                <p14:cNvContentPartPr/>
                <p14:nvPr/>
              </p14:nvContentPartPr>
              <p14:xfrm>
                <a:off x="3223781" y="1847539"/>
                <a:ext cx="360" cy="165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4F07CE4-C1CB-4E14-8874-7555EEEAEC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15141" y="1838539"/>
                  <a:ext cx="1800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08865C6-A8F6-45A4-9564-6116FB937B77}"/>
              </a:ext>
            </a:extLst>
          </p:cNvPr>
          <p:cNvGrpSpPr/>
          <p:nvPr/>
        </p:nvGrpSpPr>
        <p:grpSpPr>
          <a:xfrm>
            <a:off x="3426461" y="1809379"/>
            <a:ext cx="376560" cy="289800"/>
            <a:chOff x="3426461" y="1809379"/>
            <a:chExt cx="37656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C6A25C1-51B7-42EF-AC99-B55EC66AAAEB}"/>
                    </a:ext>
                  </a:extLst>
                </p14:cNvPr>
                <p14:cNvContentPartPr/>
                <p14:nvPr/>
              </p14:nvContentPartPr>
              <p14:xfrm>
                <a:off x="3435821" y="1821259"/>
                <a:ext cx="65520" cy="91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C6A25C1-51B7-42EF-AC99-B55EC66AAA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26821" y="1812619"/>
                  <a:ext cx="83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F2B743F-E8A3-4FD5-BE5A-1E905B0CBB71}"/>
                    </a:ext>
                  </a:extLst>
                </p14:cNvPr>
                <p14:cNvContentPartPr/>
                <p14:nvPr/>
              </p14:nvContentPartPr>
              <p14:xfrm>
                <a:off x="3426461" y="1955179"/>
                <a:ext cx="85680" cy="20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F2B743F-E8A3-4FD5-BE5A-1E905B0CBB7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17461" y="1946179"/>
                  <a:ext cx="103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2D98E09-14E7-4D7A-8ED3-24DA4A9F30C7}"/>
                    </a:ext>
                  </a:extLst>
                </p14:cNvPr>
                <p14:cNvContentPartPr/>
                <p14:nvPr/>
              </p14:nvContentPartPr>
              <p14:xfrm>
                <a:off x="3465341" y="2037619"/>
                <a:ext cx="64440" cy="61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2D98E09-14E7-4D7A-8ED3-24DA4A9F30C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56341" y="2028979"/>
                  <a:ext cx="82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6CF92BA9-E6D7-41C9-BB0C-9C12BB8D01A8}"/>
                    </a:ext>
                  </a:extLst>
                </p14:cNvPr>
                <p14:cNvContentPartPr/>
                <p14:nvPr/>
              </p14:nvContentPartPr>
              <p14:xfrm>
                <a:off x="3599261" y="1837819"/>
                <a:ext cx="98640" cy="1036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6CF92BA9-E6D7-41C9-BB0C-9C12BB8D01A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90621" y="1828819"/>
                  <a:ext cx="116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CD2F889-3A02-49F2-80C2-D983B05C5266}"/>
                    </a:ext>
                  </a:extLst>
                </p14:cNvPr>
                <p14:cNvContentPartPr/>
                <p14:nvPr/>
              </p14:nvContentPartPr>
              <p14:xfrm>
                <a:off x="3626261" y="1932139"/>
                <a:ext cx="47880" cy="216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CD2F889-3A02-49F2-80C2-D983B05C526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17261" y="1923139"/>
                  <a:ext cx="65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7D402AA-3DCC-44F4-A34A-1527E82E854F}"/>
                    </a:ext>
                  </a:extLst>
                </p14:cNvPr>
                <p14:cNvContentPartPr/>
                <p14:nvPr/>
              </p14:nvContentPartPr>
              <p14:xfrm>
                <a:off x="3715181" y="1859059"/>
                <a:ext cx="69840" cy="648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7D402AA-3DCC-44F4-A34A-1527E82E854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06181" y="1850419"/>
                  <a:ext cx="87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CBEE286-B026-4729-981A-C8EC529AFA18}"/>
                    </a:ext>
                  </a:extLst>
                </p14:cNvPr>
                <p14:cNvContentPartPr/>
                <p14:nvPr/>
              </p14:nvContentPartPr>
              <p14:xfrm>
                <a:off x="3750461" y="1809379"/>
                <a:ext cx="52560" cy="2800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CBEE286-B026-4729-981A-C8EC529AFA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41461" y="1800379"/>
                  <a:ext cx="70200" cy="29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C6EB1297-2902-4C99-BC2D-1431AEB11A13}"/>
                  </a:ext>
                </a:extLst>
              </p14:cNvPr>
              <p14:cNvContentPartPr/>
              <p14:nvPr/>
            </p14:nvContentPartPr>
            <p14:xfrm>
              <a:off x="1087541" y="2588059"/>
              <a:ext cx="322200" cy="2484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C6EB1297-2902-4C99-BC2D-1431AEB11A1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8541" y="2579059"/>
                <a:ext cx="3398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E3D8EDE4-2816-4E4F-9B46-66F04D47B9E3}"/>
                  </a:ext>
                </a:extLst>
              </p14:cNvPr>
              <p14:cNvContentPartPr/>
              <p14:nvPr/>
            </p14:nvContentPartPr>
            <p14:xfrm>
              <a:off x="4138541" y="3244339"/>
              <a:ext cx="173520" cy="113040"/>
            </p14:xfrm>
          </p:contentPart>
        </mc:Choice>
        <mc:Fallback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E3D8EDE4-2816-4E4F-9B46-66F04D47B9E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129541" y="3235699"/>
                <a:ext cx="1911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B3D79017-E81D-42C0-8965-8343E88C1938}"/>
                  </a:ext>
                </a:extLst>
              </p14:cNvPr>
              <p14:cNvContentPartPr/>
              <p14:nvPr/>
            </p14:nvContentPartPr>
            <p14:xfrm>
              <a:off x="4331141" y="3224179"/>
              <a:ext cx="10440" cy="9504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B3D79017-E81D-42C0-8965-8343E88C193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22501" y="3215539"/>
                <a:ext cx="280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CA8527ED-5A73-48C3-B2FB-15423FC8235A}"/>
                  </a:ext>
                </a:extLst>
              </p14:cNvPr>
              <p14:cNvContentPartPr/>
              <p14:nvPr/>
            </p14:nvContentPartPr>
            <p14:xfrm>
              <a:off x="4302341" y="3368179"/>
              <a:ext cx="46440" cy="6480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CA8527ED-5A73-48C3-B2FB-15423FC8235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93341" y="3359539"/>
                <a:ext cx="640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B62D6B63-D385-452C-AA19-1108343F9382}"/>
                  </a:ext>
                </a:extLst>
              </p14:cNvPr>
              <p14:cNvContentPartPr/>
              <p14:nvPr/>
            </p14:nvContentPartPr>
            <p14:xfrm>
              <a:off x="4408181" y="3266299"/>
              <a:ext cx="78480" cy="14004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B62D6B63-D385-452C-AA19-1108343F938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399181" y="3257659"/>
                <a:ext cx="961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1D4425D0-E218-4E54-9111-AEF484BB5402}"/>
                  </a:ext>
                </a:extLst>
              </p14:cNvPr>
              <p14:cNvContentPartPr/>
              <p14:nvPr/>
            </p14:nvContentPartPr>
            <p14:xfrm>
              <a:off x="4542821" y="3272059"/>
              <a:ext cx="360" cy="13608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1D4425D0-E218-4E54-9111-AEF484BB540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534181" y="3263419"/>
                <a:ext cx="1800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2C6EF82C-BE35-4642-8359-939072EB0D33}"/>
              </a:ext>
            </a:extLst>
          </p:cNvPr>
          <p:cNvGrpSpPr/>
          <p:nvPr/>
        </p:nvGrpSpPr>
        <p:grpSpPr>
          <a:xfrm>
            <a:off x="4696901" y="3250819"/>
            <a:ext cx="433800" cy="280440"/>
            <a:chOff x="4696901" y="3250819"/>
            <a:chExt cx="43380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28A775E-B711-4E7E-90B5-92426160056D}"/>
                    </a:ext>
                  </a:extLst>
                </p14:cNvPr>
                <p14:cNvContentPartPr/>
                <p14:nvPr/>
              </p14:nvContentPartPr>
              <p14:xfrm>
                <a:off x="4696901" y="3252619"/>
                <a:ext cx="90000" cy="896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28A775E-B711-4E7E-90B5-9242616005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87901" y="3243979"/>
                  <a:ext cx="1076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56C88D5D-D06C-482E-A1F5-17F36FDC1D15}"/>
                    </a:ext>
                  </a:extLst>
                </p14:cNvPr>
                <p14:cNvContentPartPr/>
                <p14:nvPr/>
              </p14:nvContentPartPr>
              <p14:xfrm>
                <a:off x="4713821" y="3389779"/>
                <a:ext cx="78120" cy="154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56C88D5D-D06C-482E-A1F5-17F36FDC1D1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04821" y="3380779"/>
                  <a:ext cx="95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DE100120-EF34-48C4-97A4-D7D32586523E}"/>
                    </a:ext>
                  </a:extLst>
                </p14:cNvPr>
                <p14:cNvContentPartPr/>
                <p14:nvPr/>
              </p14:nvContentPartPr>
              <p14:xfrm>
                <a:off x="4763141" y="3464659"/>
                <a:ext cx="57960" cy="666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DE100120-EF34-48C4-97A4-D7D3258652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54501" y="3456019"/>
                  <a:ext cx="75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8786B007-EF10-469E-AF87-F4F26BD7FF2E}"/>
                    </a:ext>
                  </a:extLst>
                </p14:cNvPr>
                <p14:cNvContentPartPr/>
                <p14:nvPr/>
              </p14:nvContentPartPr>
              <p14:xfrm>
                <a:off x="4908581" y="3282859"/>
                <a:ext cx="128520" cy="10044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8786B007-EF10-469E-AF87-F4F26BD7FF2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99581" y="3274219"/>
                  <a:ext cx="146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123CB29F-767E-49BE-A554-D06D6CB06234}"/>
                    </a:ext>
                  </a:extLst>
                </p14:cNvPr>
                <p14:cNvContentPartPr/>
                <p14:nvPr/>
              </p14:nvContentPartPr>
              <p14:xfrm>
                <a:off x="4918301" y="3373939"/>
                <a:ext cx="120600" cy="140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123CB29F-767E-49BE-A554-D06D6CB0623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09661" y="3365299"/>
                  <a:ext cx="138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80DAEC11-3258-42E4-8071-1C44A3F995F3}"/>
                    </a:ext>
                  </a:extLst>
                </p14:cNvPr>
                <p14:cNvContentPartPr/>
                <p14:nvPr/>
              </p14:nvContentPartPr>
              <p14:xfrm>
                <a:off x="5062301" y="3291499"/>
                <a:ext cx="36000" cy="36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80DAEC11-3258-42E4-8071-1C44A3F995F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53661" y="3282499"/>
                  <a:ext cx="53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0E179B37-6B5D-4720-B748-924A46659F42}"/>
                    </a:ext>
                  </a:extLst>
                </p14:cNvPr>
                <p14:cNvContentPartPr/>
                <p14:nvPr/>
              </p14:nvContentPartPr>
              <p14:xfrm>
                <a:off x="5069861" y="3318499"/>
                <a:ext cx="47880" cy="1188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0E179B37-6B5D-4720-B748-924A46659F4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61221" y="3309499"/>
                  <a:ext cx="65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90CD1AD2-8DB2-4CFC-8365-11CE58080633}"/>
                    </a:ext>
                  </a:extLst>
                </p14:cNvPr>
                <p14:cNvContentPartPr/>
                <p14:nvPr/>
              </p14:nvContentPartPr>
              <p14:xfrm>
                <a:off x="5120261" y="3250819"/>
                <a:ext cx="10440" cy="1324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90CD1AD2-8DB2-4CFC-8365-11CE580806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11261" y="3242179"/>
                  <a:ext cx="28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B5CE5B29-AF20-4514-94D9-67A2379F9161}"/>
                    </a:ext>
                  </a:extLst>
                </p14:cNvPr>
                <p14:cNvContentPartPr/>
                <p14:nvPr/>
              </p14:nvContentPartPr>
              <p14:xfrm>
                <a:off x="5072381" y="3445219"/>
                <a:ext cx="47160" cy="6264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B5CE5B29-AF20-4514-94D9-67A2379F916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63381" y="3436219"/>
                  <a:ext cx="6480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B70B95A7-6896-4B4D-A956-1F2E82EB638A}"/>
                  </a:ext>
                </a:extLst>
              </p14:cNvPr>
              <p14:cNvContentPartPr/>
              <p14:nvPr/>
            </p14:nvContentPartPr>
            <p14:xfrm>
              <a:off x="1116341" y="5158819"/>
              <a:ext cx="288000" cy="28800"/>
            </p14:xfrm>
          </p:contentPart>
        </mc:Choice>
        <mc:Fallback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B70B95A7-6896-4B4D-A956-1F2E82EB638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07701" y="5149819"/>
                <a:ext cx="305640" cy="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8642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2303EAE-DEDA-4F6E-B430-F661C403C9E9}"/>
              </a:ext>
            </a:extLst>
          </p:cNvPr>
          <p:cNvSpPr txBox="1">
            <a:spLocks/>
          </p:cNvSpPr>
          <p:nvPr/>
        </p:nvSpPr>
        <p:spPr>
          <a:xfrm>
            <a:off x="1451579" y="1303462"/>
            <a:ext cx="9603275" cy="34506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좋은 강의 내용을 통해</a:t>
            </a:r>
            <a:endParaRPr lang="en-US" altLang="ko-KR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튜터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여러분과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튜티들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모두가 배울 수 있는</a:t>
            </a:r>
            <a:endParaRPr lang="en-US" altLang="ko-KR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알찬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튜터링이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되기를 기원합니다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학기 동안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화이팅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..!!</a:t>
            </a:r>
          </a:p>
        </p:txBody>
      </p:sp>
    </p:spTree>
    <p:extLst>
      <p:ext uri="{BB962C8B-B14F-4D97-AF65-F5344CB8AC3E}">
        <p14:creationId xmlns:p14="http://schemas.microsoft.com/office/powerpoint/2010/main" val="891444358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218</TotalTime>
  <Words>451</Words>
  <Application>Microsoft Office PowerPoint</Application>
  <PresentationFormat>와이드스크린</PresentationFormat>
  <Paragraphs>41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나눔고딕</vt:lpstr>
      <vt:lpstr>맑은 고딕</vt:lpstr>
      <vt:lpstr>Arial</vt:lpstr>
      <vt:lpstr>Gill Sans MT</vt:lpstr>
      <vt:lpstr>Wingdings</vt:lpstr>
      <vt:lpstr>갤러리</vt:lpstr>
      <vt:lpstr>KUPT 튜터링 진행 사례 3 –   튜터링 내용 구성을 중심으로</vt:lpstr>
      <vt:lpstr>소개</vt:lpstr>
      <vt:lpstr>무엇을 가르쳐야 하는가?</vt:lpstr>
      <vt:lpstr>1. 커리큘럼을 만들자</vt:lpstr>
      <vt:lpstr>2. 자신의 학습을 되돌아보자</vt:lpstr>
      <vt:lpstr>PowerPoint 프레젠테이션</vt:lpstr>
      <vt:lpstr>PowerPoint 프레젠테이션</vt:lpstr>
      <vt:lpstr>3. 문제풀이의 비중을 높이자</vt:lpstr>
      <vt:lpstr>3. 문제풀이의 비중을 높이자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 하늘</dc:creator>
  <cp:lastModifiedBy>주 하늘</cp:lastModifiedBy>
  <cp:revision>137</cp:revision>
  <dcterms:created xsi:type="dcterms:W3CDTF">2021-09-13T04:19:39Z</dcterms:created>
  <dcterms:modified xsi:type="dcterms:W3CDTF">2021-09-13T08:13:22Z</dcterms:modified>
</cp:coreProperties>
</file>